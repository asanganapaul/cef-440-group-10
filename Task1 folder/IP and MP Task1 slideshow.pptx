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  <p:embeddedFontLst>
    <p:embeddedFont>
      <p:font typeface="Liter" charset="-122" pitchFamily="34"/>
      <p:regular r:id="rId16"/>
    </p:embeddedFont>
    <p:embeddedFont>
      <p:font typeface="Quattrocento 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ea80676a09e164661cc36a1be2c85e5785458b68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125" b="312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365D">
                  <a:alpha val="95000"/>
                </a:srgbClr>
              </a:gs>
              <a:gs pos="50000">
                <a:srgbClr val="2B6CB0">
                  <a:alpha val="85000"/>
                </a:srgbClr>
              </a:gs>
              <a:gs pos="100000">
                <a:srgbClr val="4299E1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753570" y="514350"/>
            <a:ext cx="6743700" cy="571500"/>
          </a:xfrm>
          <a:custGeom>
            <a:avLst/>
            <a:gdLst/>
            <a:ahLst/>
            <a:cxnLst/>
            <a:rect l="l" t="t" r="r" b="b"/>
            <a:pathLst>
              <a:path w="6743700" h="571500">
                <a:moveTo>
                  <a:pt x="285750" y="0"/>
                </a:moveTo>
                <a:lnTo>
                  <a:pt x="6457950" y="0"/>
                </a:lnTo>
                <a:cubicBezTo>
                  <a:pt x="6615660" y="0"/>
                  <a:pt x="6743700" y="128040"/>
                  <a:pt x="6743700" y="285750"/>
                </a:cubicBezTo>
                <a:lnTo>
                  <a:pt x="6743700" y="285750"/>
                </a:lnTo>
                <a:cubicBezTo>
                  <a:pt x="6743700" y="443460"/>
                  <a:pt x="6615660" y="571500"/>
                  <a:pt x="6457950" y="571500"/>
                </a:cubicBezTo>
                <a:lnTo>
                  <a:pt x="285750" y="571500"/>
                </a:lnTo>
                <a:cubicBezTo>
                  <a:pt x="128040" y="571500"/>
                  <a:pt x="0" y="443460"/>
                  <a:pt x="0" y="285750"/>
                </a:cubicBezTo>
                <a:lnTo>
                  <a:pt x="0" y="285750"/>
                </a:lnTo>
                <a:cubicBezTo>
                  <a:pt x="0" y="128040"/>
                  <a:pt x="128040" y="0"/>
                  <a:pt x="285750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 w="12700">
            <a:solidFill>
              <a:srgbClr val="4299E1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07570" y="622300"/>
            <a:ext cx="623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spc="9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PROGRAMMING &amp; MOBILE PROGRAMMING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75149" y="1803400"/>
            <a:ext cx="91059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Process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4394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8" name="Text 5"/>
          <p:cNvSpPr/>
          <p:nvPr/>
        </p:nvSpPr>
        <p:spPr>
          <a:xfrm>
            <a:off x="7155954" y="4851400"/>
            <a:ext cx="1943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1 Report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75075" y="6788150"/>
            <a:ext cx="8712200" cy="1841500"/>
          </a:xfrm>
          <a:custGeom>
            <a:avLst/>
            <a:gdLst/>
            <a:ahLst/>
            <a:cxnLst/>
            <a:rect l="l" t="t" r="r" b="b"/>
            <a:pathLst>
              <a:path w="8712200" h="1841500">
                <a:moveTo>
                  <a:pt x="203191" y="0"/>
                </a:moveTo>
                <a:lnTo>
                  <a:pt x="8509009" y="0"/>
                </a:lnTo>
                <a:cubicBezTo>
                  <a:pt x="8621228" y="0"/>
                  <a:pt x="8712200" y="90972"/>
                  <a:pt x="8712200" y="203191"/>
                </a:cubicBezTo>
                <a:lnTo>
                  <a:pt x="8712200" y="1638309"/>
                </a:lnTo>
                <a:cubicBezTo>
                  <a:pt x="8712200" y="1750528"/>
                  <a:pt x="8621228" y="1841500"/>
                  <a:pt x="8509009" y="1841500"/>
                </a:cubicBezTo>
                <a:lnTo>
                  <a:pt x="203191" y="1841500"/>
                </a:lnTo>
                <a:cubicBezTo>
                  <a:pt x="90972" y="1841500"/>
                  <a:pt x="0" y="1750528"/>
                  <a:pt x="0" y="1638309"/>
                </a:cubicBezTo>
                <a:lnTo>
                  <a:pt x="0" y="203191"/>
                </a:lnTo>
                <a:cubicBezTo>
                  <a:pt x="0" y="91047"/>
                  <a:pt x="91047" y="0"/>
                  <a:pt x="20319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25925" y="7099300"/>
            <a:ext cx="781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10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38625" y="7607300"/>
            <a:ext cx="363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Asangana Paul Fleming 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FE23A014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382000" y="7607300"/>
            <a:ext cx="363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Fontem Junior Nkonganyik 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FE23A063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38625" y="8013700"/>
            <a:ext cx="363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Suinyuy Mathias Mahla 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FE23A144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2000" y="8013700"/>
            <a:ext cx="363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Nfor Godwill Kongnje 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FE23A108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84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80938" y="711200"/>
            <a:ext cx="39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508000"/>
            <a:ext cx="251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70" kern="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2654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3400" y="1727200"/>
            <a:ext cx="8128000" cy="2057400"/>
          </a:xfrm>
          <a:custGeom>
            <a:avLst/>
            <a:gdLst/>
            <a:ahLst/>
            <a:cxnLst/>
            <a:rect l="l" t="t" r="r" b="b"/>
            <a:pathLst>
              <a:path w="8128000" h="2057400">
                <a:moveTo>
                  <a:pt x="50800" y="0"/>
                </a:moveTo>
                <a:lnTo>
                  <a:pt x="7924791" y="0"/>
                </a:lnTo>
                <a:cubicBezTo>
                  <a:pt x="8037020" y="0"/>
                  <a:pt x="8128000" y="90980"/>
                  <a:pt x="8128000" y="203209"/>
                </a:cubicBezTo>
                <a:lnTo>
                  <a:pt x="8128000" y="1854191"/>
                </a:lnTo>
                <a:cubicBezTo>
                  <a:pt x="8128000" y="1966420"/>
                  <a:pt x="8037020" y="2057400"/>
                  <a:pt x="7924791" y="2057400"/>
                </a:cubicBez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400" y="17272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5080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8" name="Shape 6"/>
          <p:cNvSpPr/>
          <p:nvPr/>
        </p:nvSpPr>
        <p:spPr>
          <a:xfrm>
            <a:off x="8636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3150" y="22098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7938" y="31750"/>
                </a:moveTo>
                <a:cubicBezTo>
                  <a:pt x="7938" y="14238"/>
                  <a:pt x="22175" y="0"/>
                  <a:pt x="39688" y="0"/>
                </a:cubicBezTo>
                <a:lnTo>
                  <a:pt x="150813" y="0"/>
                </a:lnTo>
                <a:cubicBezTo>
                  <a:pt x="168325" y="0"/>
                  <a:pt x="182563" y="14238"/>
                  <a:pt x="182563" y="31750"/>
                </a:cubicBezTo>
                <a:lnTo>
                  <a:pt x="182563" y="222250"/>
                </a:lnTo>
                <a:cubicBezTo>
                  <a:pt x="182563" y="239762"/>
                  <a:pt x="168325" y="254000"/>
                  <a:pt x="150813" y="254000"/>
                </a:cubicBezTo>
                <a:lnTo>
                  <a:pt x="39688" y="254000"/>
                </a:lnTo>
                <a:cubicBezTo>
                  <a:pt x="22175" y="254000"/>
                  <a:pt x="7938" y="239762"/>
                  <a:pt x="7938" y="222250"/>
                </a:cubicBezTo>
                <a:lnTo>
                  <a:pt x="7938" y="31750"/>
                </a:lnTo>
                <a:close/>
                <a:moveTo>
                  <a:pt x="39688" y="31750"/>
                </a:moveTo>
                <a:lnTo>
                  <a:pt x="39688" y="182563"/>
                </a:lnTo>
                <a:lnTo>
                  <a:pt x="150813" y="182563"/>
                </a:lnTo>
                <a:lnTo>
                  <a:pt x="150813" y="31750"/>
                </a:lnTo>
                <a:lnTo>
                  <a:pt x="39688" y="31750"/>
                </a:lnTo>
                <a:close/>
                <a:moveTo>
                  <a:pt x="95250" y="234156"/>
                </a:moveTo>
                <a:cubicBezTo>
                  <a:pt x="104031" y="234156"/>
                  <a:pt x="111125" y="227062"/>
                  <a:pt x="111125" y="218281"/>
                </a:cubicBezTo>
                <a:cubicBezTo>
                  <a:pt x="111125" y="209500"/>
                  <a:pt x="104031" y="202406"/>
                  <a:pt x="95250" y="202406"/>
                </a:cubicBezTo>
                <a:cubicBezTo>
                  <a:pt x="86469" y="202406"/>
                  <a:pt x="79375" y="209500"/>
                  <a:pt x="79375" y="218281"/>
                </a:cubicBezTo>
                <a:cubicBezTo>
                  <a:pt x="79375" y="227062"/>
                  <a:pt x="86469" y="234156"/>
                  <a:pt x="95250" y="234156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0" name="Text 8"/>
          <p:cNvSpPr/>
          <p:nvPr/>
        </p:nvSpPr>
        <p:spPr>
          <a:xfrm>
            <a:off x="1676400" y="2032000"/>
            <a:ext cx="680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Ecosystem Foundation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76400" y="2489200"/>
            <a:ext cx="6781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applications have become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components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modern digital systems, fundamentally transforming how we communicate, learn, conduct business, and entertain ourselves in the contemporary world.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4038600"/>
            <a:ext cx="8128000" cy="2057400"/>
          </a:xfrm>
          <a:custGeom>
            <a:avLst/>
            <a:gdLst/>
            <a:ahLst/>
            <a:cxnLst/>
            <a:rect l="l" t="t" r="r" b="b"/>
            <a:pathLst>
              <a:path w="8128000" h="2057400">
                <a:moveTo>
                  <a:pt x="50800" y="0"/>
                </a:moveTo>
                <a:lnTo>
                  <a:pt x="7924791" y="0"/>
                </a:lnTo>
                <a:cubicBezTo>
                  <a:pt x="8037020" y="0"/>
                  <a:pt x="8128000" y="90980"/>
                  <a:pt x="8128000" y="203209"/>
                </a:cubicBezTo>
                <a:lnTo>
                  <a:pt x="8128000" y="1854191"/>
                </a:lnTo>
                <a:cubicBezTo>
                  <a:pt x="8128000" y="1966420"/>
                  <a:pt x="8037020" y="2057400"/>
                  <a:pt x="7924791" y="2057400"/>
                </a:cubicBez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3400" y="40386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5080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4" name="Shape 12"/>
          <p:cNvSpPr/>
          <p:nvPr/>
        </p:nvSpPr>
        <p:spPr>
          <a:xfrm>
            <a:off x="863600" y="4343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41400" y="4521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1676400" y="4343400"/>
            <a:ext cx="680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Exponential Growth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76400" y="4800600"/>
            <a:ext cx="6781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rapid increase in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smartphone usage worldwide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has created unprecedented demand for efficient, scalable, and user-friendly mobile applications across all industries and demographics.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6350000"/>
            <a:ext cx="8128000" cy="2057400"/>
          </a:xfrm>
          <a:custGeom>
            <a:avLst/>
            <a:gdLst/>
            <a:ahLst/>
            <a:cxnLst/>
            <a:rect l="l" t="t" r="r" b="b"/>
            <a:pathLst>
              <a:path w="8128000" h="2057400">
                <a:moveTo>
                  <a:pt x="50800" y="0"/>
                </a:moveTo>
                <a:lnTo>
                  <a:pt x="7924791" y="0"/>
                </a:lnTo>
                <a:cubicBezTo>
                  <a:pt x="8037020" y="0"/>
                  <a:pt x="8128000" y="90980"/>
                  <a:pt x="8128000" y="203209"/>
                </a:cubicBezTo>
                <a:lnTo>
                  <a:pt x="8128000" y="1854191"/>
                </a:lnTo>
                <a:cubicBezTo>
                  <a:pt x="8128000" y="1966420"/>
                  <a:pt x="8037020" y="2057400"/>
                  <a:pt x="7924791" y="2057400"/>
                </a:cubicBez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3400" y="63500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5080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3600" y="665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09650" y="6832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1676400" y="6654800"/>
            <a:ext cx="680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Development Landscape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76400" y="7112000"/>
            <a:ext cx="6781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Developing successful mobile applications requires deep understanding of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types, programming languages, frameworks, architectural patterns, requirement engineering, and cost estimation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techniques.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72860" y="508000"/>
            <a:ext cx="6680200" cy="6858000"/>
          </a:xfrm>
          <a:custGeom>
            <a:avLst/>
            <a:gdLst/>
            <a:ahLst/>
            <a:cxnLst/>
            <a:rect l="l" t="t" r="r" b="b"/>
            <a:pathLst>
              <a:path w="6680200" h="6858000">
                <a:moveTo>
                  <a:pt x="203212" y="0"/>
                </a:moveTo>
                <a:lnTo>
                  <a:pt x="6476988" y="0"/>
                </a:lnTo>
                <a:cubicBezTo>
                  <a:pt x="6589219" y="0"/>
                  <a:pt x="6680200" y="90981"/>
                  <a:pt x="6680200" y="203212"/>
                </a:cubicBezTo>
                <a:lnTo>
                  <a:pt x="6680200" y="6654788"/>
                </a:lnTo>
                <a:cubicBezTo>
                  <a:pt x="6680200" y="6767019"/>
                  <a:pt x="6589219" y="6858000"/>
                  <a:pt x="6476988" y="6858000"/>
                </a:cubicBezTo>
                <a:lnTo>
                  <a:pt x="203212" y="6858000"/>
                </a:lnTo>
                <a:cubicBezTo>
                  <a:pt x="90981" y="6858000"/>
                  <a:pt x="0" y="6767019"/>
                  <a:pt x="0" y="6654788"/>
                </a:cubicBezTo>
                <a:lnTo>
                  <a:pt x="0" y="203212"/>
                </a:lnTo>
                <a:cubicBezTo>
                  <a:pt x="0" y="91056"/>
                  <a:pt x="91056" y="0"/>
                  <a:pt x="203212" y="0"/>
                </a:cubicBezTo>
                <a:close/>
              </a:path>
            </a:pathLst>
          </a:custGeom>
          <a:solidFill>
            <a:srgbClr val="1A365D"/>
          </a:solidFill>
          <a:ln/>
          <a:effectLst>
            <a:outerShdw sx="100000" sy="100000" kx="0" ky="0" algn="bl" rotWithShape="0" blurRad="317500" dist="254000" dir="540000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77660" y="812800"/>
            <a:ext cx="622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Focus Areas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77660" y="1422400"/>
            <a:ext cx="6070600" cy="812800"/>
          </a:xfrm>
          <a:custGeom>
            <a:avLst/>
            <a:gdLst/>
            <a:ahLst/>
            <a:cxnLst/>
            <a:rect l="l" t="t" r="r" b="b"/>
            <a:pathLst>
              <a:path w="6070600" h="812800">
                <a:moveTo>
                  <a:pt x="152400" y="0"/>
                </a:moveTo>
                <a:lnTo>
                  <a:pt x="5918200" y="0"/>
                </a:lnTo>
                <a:cubicBezTo>
                  <a:pt x="6002312" y="0"/>
                  <a:pt x="6070600" y="68288"/>
                  <a:pt x="6070600" y="152400"/>
                </a:cubicBezTo>
                <a:lnTo>
                  <a:pt x="6070600" y="660400"/>
                </a:lnTo>
                <a:cubicBezTo>
                  <a:pt x="6070600" y="744512"/>
                  <a:pt x="6002312" y="812800"/>
                  <a:pt x="59182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30060" y="1574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8" name="Text 26"/>
          <p:cNvSpPr/>
          <p:nvPr/>
        </p:nvSpPr>
        <p:spPr>
          <a:xfrm>
            <a:off x="9472910" y="15748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90460" y="1676400"/>
            <a:ext cx="281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Types &amp; Platforms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77660" y="2387600"/>
            <a:ext cx="6070600" cy="812800"/>
          </a:xfrm>
          <a:custGeom>
            <a:avLst/>
            <a:gdLst/>
            <a:ahLst/>
            <a:cxnLst/>
            <a:rect l="l" t="t" r="r" b="b"/>
            <a:pathLst>
              <a:path w="6070600" h="812800">
                <a:moveTo>
                  <a:pt x="152400" y="0"/>
                </a:moveTo>
                <a:lnTo>
                  <a:pt x="5918200" y="0"/>
                </a:lnTo>
                <a:cubicBezTo>
                  <a:pt x="6002312" y="0"/>
                  <a:pt x="6070600" y="68288"/>
                  <a:pt x="6070600" y="152400"/>
                </a:cubicBezTo>
                <a:lnTo>
                  <a:pt x="6070600" y="660400"/>
                </a:lnTo>
                <a:cubicBezTo>
                  <a:pt x="6070600" y="744512"/>
                  <a:pt x="6002312" y="812800"/>
                  <a:pt x="59182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530060" y="254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2" name="Text 30"/>
          <p:cNvSpPr/>
          <p:nvPr/>
        </p:nvSpPr>
        <p:spPr>
          <a:xfrm>
            <a:off x="9472910" y="25400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190460" y="2641600"/>
            <a:ext cx="234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Languages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377660" y="3352800"/>
            <a:ext cx="6070600" cy="812800"/>
          </a:xfrm>
          <a:custGeom>
            <a:avLst/>
            <a:gdLst/>
            <a:ahLst/>
            <a:cxnLst/>
            <a:rect l="l" t="t" r="r" b="b"/>
            <a:pathLst>
              <a:path w="6070600" h="812800">
                <a:moveTo>
                  <a:pt x="152400" y="0"/>
                </a:moveTo>
                <a:lnTo>
                  <a:pt x="5918200" y="0"/>
                </a:lnTo>
                <a:cubicBezTo>
                  <a:pt x="6002312" y="0"/>
                  <a:pt x="6070600" y="68288"/>
                  <a:pt x="6070600" y="152400"/>
                </a:cubicBezTo>
                <a:lnTo>
                  <a:pt x="6070600" y="660400"/>
                </a:lnTo>
                <a:cubicBezTo>
                  <a:pt x="6070600" y="744512"/>
                  <a:pt x="6002312" y="812800"/>
                  <a:pt x="59182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530060" y="3505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6" name="Text 34"/>
          <p:cNvSpPr/>
          <p:nvPr/>
        </p:nvSpPr>
        <p:spPr>
          <a:xfrm>
            <a:off x="9472910" y="35052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190460" y="3606800"/>
            <a:ext cx="245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Frameworks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377660" y="4318000"/>
            <a:ext cx="6070600" cy="812800"/>
          </a:xfrm>
          <a:custGeom>
            <a:avLst/>
            <a:gdLst/>
            <a:ahLst/>
            <a:cxnLst/>
            <a:rect l="l" t="t" r="r" b="b"/>
            <a:pathLst>
              <a:path w="6070600" h="812800">
                <a:moveTo>
                  <a:pt x="152400" y="0"/>
                </a:moveTo>
                <a:lnTo>
                  <a:pt x="5918200" y="0"/>
                </a:lnTo>
                <a:cubicBezTo>
                  <a:pt x="6002312" y="0"/>
                  <a:pt x="6070600" y="68288"/>
                  <a:pt x="6070600" y="152400"/>
                </a:cubicBezTo>
                <a:lnTo>
                  <a:pt x="6070600" y="660400"/>
                </a:lnTo>
                <a:cubicBezTo>
                  <a:pt x="6070600" y="744512"/>
                  <a:pt x="6002312" y="812800"/>
                  <a:pt x="59182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530060" y="447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0" name="Text 38"/>
          <p:cNvSpPr/>
          <p:nvPr/>
        </p:nvSpPr>
        <p:spPr>
          <a:xfrm>
            <a:off x="9472910" y="4470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90460" y="4572000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Patterns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77660" y="5283200"/>
            <a:ext cx="6070600" cy="812800"/>
          </a:xfrm>
          <a:custGeom>
            <a:avLst/>
            <a:gdLst/>
            <a:ahLst/>
            <a:cxnLst/>
            <a:rect l="l" t="t" r="r" b="b"/>
            <a:pathLst>
              <a:path w="6070600" h="812800">
                <a:moveTo>
                  <a:pt x="152400" y="0"/>
                </a:moveTo>
                <a:lnTo>
                  <a:pt x="5918200" y="0"/>
                </a:lnTo>
                <a:cubicBezTo>
                  <a:pt x="6002312" y="0"/>
                  <a:pt x="6070600" y="68288"/>
                  <a:pt x="6070600" y="152400"/>
                </a:cubicBezTo>
                <a:lnTo>
                  <a:pt x="6070600" y="660400"/>
                </a:lnTo>
                <a:cubicBezTo>
                  <a:pt x="6070600" y="744512"/>
                  <a:pt x="6002312" y="812800"/>
                  <a:pt x="59182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530060" y="5435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4" name="Text 42"/>
          <p:cNvSpPr/>
          <p:nvPr/>
        </p:nvSpPr>
        <p:spPr>
          <a:xfrm>
            <a:off x="9472910" y="54356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190460" y="55372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 Engineering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377660" y="6248400"/>
            <a:ext cx="6070600" cy="812800"/>
          </a:xfrm>
          <a:custGeom>
            <a:avLst/>
            <a:gdLst/>
            <a:ahLst/>
            <a:cxnLst/>
            <a:rect l="l" t="t" r="r" b="b"/>
            <a:pathLst>
              <a:path w="6070600" h="812800">
                <a:moveTo>
                  <a:pt x="152400" y="0"/>
                </a:moveTo>
                <a:lnTo>
                  <a:pt x="5918200" y="0"/>
                </a:lnTo>
                <a:cubicBezTo>
                  <a:pt x="6002312" y="0"/>
                  <a:pt x="6070600" y="68288"/>
                  <a:pt x="6070600" y="152400"/>
                </a:cubicBezTo>
                <a:lnTo>
                  <a:pt x="6070600" y="660400"/>
                </a:lnTo>
                <a:cubicBezTo>
                  <a:pt x="6070600" y="744512"/>
                  <a:pt x="6002312" y="812800"/>
                  <a:pt x="59182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530060" y="6400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8" name="Text 46"/>
          <p:cNvSpPr/>
          <p:nvPr/>
        </p:nvSpPr>
        <p:spPr>
          <a:xfrm>
            <a:off x="9472910" y="64008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90460" y="65024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Estimation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72860" y="7670800"/>
            <a:ext cx="6680200" cy="2946400"/>
          </a:xfrm>
          <a:custGeom>
            <a:avLst/>
            <a:gdLst/>
            <a:ahLst/>
            <a:cxnLst/>
            <a:rect l="l" t="t" r="r" b="b"/>
            <a:pathLst>
              <a:path w="6680200" h="2946400">
                <a:moveTo>
                  <a:pt x="203213" y="0"/>
                </a:moveTo>
                <a:lnTo>
                  <a:pt x="6476987" y="0"/>
                </a:lnTo>
                <a:cubicBezTo>
                  <a:pt x="6589218" y="0"/>
                  <a:pt x="6680200" y="90982"/>
                  <a:pt x="6680200" y="203213"/>
                </a:cubicBezTo>
                <a:lnTo>
                  <a:pt x="6680200" y="2743187"/>
                </a:lnTo>
                <a:cubicBezTo>
                  <a:pt x="6680200" y="2855418"/>
                  <a:pt x="6589218" y="2946400"/>
                  <a:pt x="6476987" y="2946400"/>
                </a:cubicBezTo>
                <a:lnTo>
                  <a:pt x="203213" y="2946400"/>
                </a:lnTo>
                <a:cubicBezTo>
                  <a:pt x="90982" y="2946400"/>
                  <a:pt x="0" y="2855418"/>
                  <a:pt x="0" y="2743187"/>
                </a:cubicBezTo>
                <a:lnTo>
                  <a:pt x="0" y="203213"/>
                </a:lnTo>
                <a:cubicBezTo>
                  <a:pt x="0" y="91057"/>
                  <a:pt x="91057" y="0"/>
                  <a:pt x="2032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51" name="Image 0" descr="https://kimi-web-img.moonshot.cn/img/png.pngtree.com/4ee7391a4ac4ff024f65c8a736626fa1d70b88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60" y="7924800"/>
            <a:ext cx="6172200" cy="24384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609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52400" y="0"/>
                </a:moveTo>
                <a:lnTo>
                  <a:pt x="355600" y="0"/>
                </a:lnTo>
                <a:cubicBezTo>
                  <a:pt x="439712" y="0"/>
                  <a:pt x="508000" y="68288"/>
                  <a:pt x="508000" y="152400"/>
                </a:cubicBezTo>
                <a:lnTo>
                  <a:pt x="508000" y="355600"/>
                </a:lnTo>
                <a:cubicBezTo>
                  <a:pt x="508000" y="439712"/>
                  <a:pt x="439712" y="508000"/>
                  <a:pt x="355600" y="508000"/>
                </a:cubicBezTo>
                <a:lnTo>
                  <a:pt x="152400" y="508000"/>
                </a:lnTo>
                <a:cubicBezTo>
                  <a:pt x="68288" y="508000"/>
                  <a:pt x="0" y="439712"/>
                  <a:pt x="0" y="355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22598" y="685800"/>
            <a:ext cx="39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68400" y="508000"/>
            <a:ext cx="483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70" kern="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8400" y="762000"/>
            <a:ext cx="494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 of Mobile Applications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549400"/>
            <a:ext cx="4940300" cy="6172200"/>
          </a:xfrm>
          <a:custGeom>
            <a:avLst/>
            <a:gdLst/>
            <a:ahLst/>
            <a:cxnLst/>
            <a:rect l="l" t="t" r="r" b="b"/>
            <a:pathLst>
              <a:path w="4940300" h="6172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969005"/>
                </a:lnTo>
                <a:cubicBezTo>
                  <a:pt x="4940300" y="6081227"/>
                  <a:pt x="4849327" y="6172200"/>
                  <a:pt x="4737105" y="6172200"/>
                </a:cubicBezTo>
                <a:lnTo>
                  <a:pt x="203195" y="6172200"/>
                </a:lnTo>
                <a:cubicBezTo>
                  <a:pt x="90973" y="6172200"/>
                  <a:pt x="0" y="6081227"/>
                  <a:pt x="0" y="596900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8000" y="1549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8" name="Shape 6"/>
          <p:cNvSpPr/>
          <p:nvPr/>
        </p:nvSpPr>
        <p:spPr>
          <a:xfrm>
            <a:off x="711200" y="1778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03197" y="0"/>
                </a:moveTo>
                <a:lnTo>
                  <a:pt x="508003" y="0"/>
                </a:lnTo>
                <a:cubicBezTo>
                  <a:pt x="620226" y="0"/>
                  <a:pt x="711200" y="90974"/>
                  <a:pt x="711200" y="203197"/>
                </a:cubicBezTo>
                <a:lnTo>
                  <a:pt x="711200" y="508003"/>
                </a:lnTo>
                <a:cubicBezTo>
                  <a:pt x="711200" y="620226"/>
                  <a:pt x="620226" y="711200"/>
                  <a:pt x="508003" y="711200"/>
                </a:cubicBezTo>
                <a:lnTo>
                  <a:pt x="203197" y="711200"/>
                </a:lnTo>
                <a:cubicBezTo>
                  <a:pt x="90974" y="711200"/>
                  <a:pt x="0" y="620226"/>
                  <a:pt x="0" y="508003"/>
                </a:cubicBezTo>
                <a:lnTo>
                  <a:pt x="0" y="203197"/>
                </a:lnTo>
                <a:cubicBezTo>
                  <a:pt x="0" y="91050"/>
                  <a:pt x="91050" y="0"/>
                  <a:pt x="203197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1981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47625" y="0"/>
                </a:moveTo>
                <a:cubicBezTo>
                  <a:pt x="26610" y="0"/>
                  <a:pt x="9525" y="17085"/>
                  <a:pt x="9525" y="38100"/>
                </a:cubicBezTo>
                <a:lnTo>
                  <a:pt x="9525" y="266700"/>
                </a:lnTo>
                <a:cubicBezTo>
                  <a:pt x="9525" y="287715"/>
                  <a:pt x="26610" y="304800"/>
                  <a:pt x="47625" y="304800"/>
                </a:cubicBezTo>
                <a:lnTo>
                  <a:pt x="180975" y="304800"/>
                </a:lnTo>
                <a:cubicBezTo>
                  <a:pt x="201990" y="304800"/>
                  <a:pt x="219075" y="287715"/>
                  <a:pt x="219075" y="266700"/>
                </a:cubicBezTo>
                <a:lnTo>
                  <a:pt x="219075" y="38100"/>
                </a:lnTo>
                <a:cubicBezTo>
                  <a:pt x="219075" y="17085"/>
                  <a:pt x="201990" y="0"/>
                  <a:pt x="180975" y="0"/>
                </a:cubicBezTo>
                <a:lnTo>
                  <a:pt x="47625" y="0"/>
                </a:lnTo>
                <a:close/>
                <a:moveTo>
                  <a:pt x="90488" y="247650"/>
                </a:moveTo>
                <a:lnTo>
                  <a:pt x="138113" y="247650"/>
                </a:lnTo>
                <a:cubicBezTo>
                  <a:pt x="146030" y="247650"/>
                  <a:pt x="152400" y="254020"/>
                  <a:pt x="152400" y="261937"/>
                </a:cubicBezTo>
                <a:cubicBezTo>
                  <a:pt x="152400" y="269855"/>
                  <a:pt x="146030" y="276225"/>
                  <a:pt x="138113" y="276225"/>
                </a:cubicBezTo>
                <a:lnTo>
                  <a:pt x="90488" y="276225"/>
                </a:lnTo>
                <a:cubicBezTo>
                  <a:pt x="82570" y="276225"/>
                  <a:pt x="76200" y="269855"/>
                  <a:pt x="76200" y="261937"/>
                </a:cubicBezTo>
                <a:cubicBezTo>
                  <a:pt x="76200" y="254020"/>
                  <a:pt x="82570" y="247650"/>
                  <a:pt x="90488" y="2476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74800" y="1828800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74800" y="2184400"/>
            <a:ext cx="147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Platform-Specific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200" y="2641600"/>
            <a:ext cx="4533900" cy="1168400"/>
          </a:xfrm>
          <a:custGeom>
            <a:avLst/>
            <a:gdLst/>
            <a:ahLst/>
            <a:cxnLst/>
            <a:rect l="l" t="t" r="r" b="b"/>
            <a:pathLst>
              <a:path w="4533900" h="1168400">
                <a:moveTo>
                  <a:pt x="152394" y="0"/>
                </a:moveTo>
                <a:lnTo>
                  <a:pt x="4381506" y="0"/>
                </a:lnTo>
                <a:cubicBezTo>
                  <a:pt x="4465671" y="0"/>
                  <a:pt x="4533900" y="68229"/>
                  <a:pt x="4533900" y="152394"/>
                </a:cubicBezTo>
                <a:lnTo>
                  <a:pt x="4533900" y="1016006"/>
                </a:lnTo>
                <a:cubicBezTo>
                  <a:pt x="4533900" y="1100171"/>
                  <a:pt x="4465671" y="1168400"/>
                  <a:pt x="4381506" y="1168400"/>
                </a:cubicBezTo>
                <a:lnTo>
                  <a:pt x="152394" y="1168400"/>
                </a:lnTo>
                <a:cubicBezTo>
                  <a:pt x="68286" y="1168400"/>
                  <a:pt x="0" y="1100114"/>
                  <a:pt x="0" y="101600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" y="2794000"/>
            <a:ext cx="431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Developed specifically for 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platform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(Android or iOS) using platform-specific programming languages.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600" y="39655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5" name="Text 13"/>
          <p:cNvSpPr/>
          <p:nvPr/>
        </p:nvSpPr>
        <p:spPr>
          <a:xfrm>
            <a:off x="1035050" y="3914775"/>
            <a:ext cx="242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performance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&amp; reliability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600" y="42957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7" name="Text 15"/>
          <p:cNvSpPr/>
          <p:nvPr/>
        </p:nvSpPr>
        <p:spPr>
          <a:xfrm>
            <a:off x="1035050" y="4244975"/>
            <a:ext cx="316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hardware access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device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6600" y="46259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9" name="Text 17"/>
          <p:cNvSpPr/>
          <p:nvPr/>
        </p:nvSpPr>
        <p:spPr>
          <a:xfrm>
            <a:off x="1035050" y="4575175"/>
            <a:ext cx="2908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Ideal for gaming &amp; financial systems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3900" y="4930775"/>
            <a:ext cx="4521200" cy="812800"/>
          </a:xfrm>
          <a:custGeom>
            <a:avLst/>
            <a:gdLst/>
            <a:ahLst/>
            <a:cxnLst/>
            <a:rect l="l" t="t" r="r" b="b"/>
            <a:pathLst>
              <a:path w="4521200" h="812800">
                <a:moveTo>
                  <a:pt x="25400" y="0"/>
                </a:moveTo>
                <a:lnTo>
                  <a:pt x="4368800" y="0"/>
                </a:lnTo>
                <a:cubicBezTo>
                  <a:pt x="4452912" y="0"/>
                  <a:pt x="4521200" y="68288"/>
                  <a:pt x="4521200" y="152400"/>
                </a:cubicBezTo>
                <a:lnTo>
                  <a:pt x="4521200" y="660400"/>
                </a:lnTo>
                <a:cubicBezTo>
                  <a:pt x="4521200" y="744512"/>
                  <a:pt x="4452912" y="812800"/>
                  <a:pt x="4368800" y="812800"/>
                </a:cubicBezTo>
                <a:lnTo>
                  <a:pt x="25400" y="812800"/>
                </a:lnTo>
                <a:cubicBezTo>
                  <a:pt x="11381" y="812800"/>
                  <a:pt x="0" y="801419"/>
                  <a:pt x="0" y="787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365D">
              <a:alpha val="5098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23900" y="4930775"/>
            <a:ext cx="25400" cy="812800"/>
          </a:xfrm>
          <a:custGeom>
            <a:avLst/>
            <a:gdLst/>
            <a:ahLst/>
            <a:cxnLst/>
            <a:rect l="l" t="t" r="r" b="b"/>
            <a:pathLst>
              <a:path w="25400" h="812800">
                <a:moveTo>
                  <a:pt x="25400" y="0"/>
                </a:moveTo>
                <a:lnTo>
                  <a:pt x="25400" y="0"/>
                </a:lnTo>
                <a:lnTo>
                  <a:pt x="25400" y="812800"/>
                </a:lnTo>
                <a:lnTo>
                  <a:pt x="25400" y="812800"/>
                </a:lnTo>
                <a:cubicBezTo>
                  <a:pt x="11381" y="812800"/>
                  <a:pt x="0" y="801419"/>
                  <a:pt x="0" y="787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511492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1219200" y="5083175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Separate development for each platform increases cost &amp; time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55667" y="1549400"/>
            <a:ext cx="4940300" cy="6172200"/>
          </a:xfrm>
          <a:custGeom>
            <a:avLst/>
            <a:gdLst/>
            <a:ahLst/>
            <a:cxnLst/>
            <a:rect l="l" t="t" r="r" b="b"/>
            <a:pathLst>
              <a:path w="4940300" h="6172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969005"/>
                </a:lnTo>
                <a:cubicBezTo>
                  <a:pt x="4940300" y="6081227"/>
                  <a:pt x="4849327" y="6172200"/>
                  <a:pt x="4737105" y="6172200"/>
                </a:cubicBezTo>
                <a:lnTo>
                  <a:pt x="203195" y="6172200"/>
                </a:lnTo>
                <a:cubicBezTo>
                  <a:pt x="90973" y="6172200"/>
                  <a:pt x="0" y="6081227"/>
                  <a:pt x="0" y="596900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55667" y="1549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6" name="Shape 24"/>
          <p:cNvSpPr/>
          <p:nvPr/>
        </p:nvSpPr>
        <p:spPr>
          <a:xfrm>
            <a:off x="5858867" y="1778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03197" y="0"/>
                </a:moveTo>
                <a:lnTo>
                  <a:pt x="508003" y="0"/>
                </a:lnTo>
                <a:cubicBezTo>
                  <a:pt x="620226" y="0"/>
                  <a:pt x="711200" y="90974"/>
                  <a:pt x="711200" y="203197"/>
                </a:cubicBezTo>
                <a:lnTo>
                  <a:pt x="711200" y="508003"/>
                </a:lnTo>
                <a:cubicBezTo>
                  <a:pt x="711200" y="620226"/>
                  <a:pt x="620226" y="711200"/>
                  <a:pt x="508003" y="711200"/>
                </a:cubicBezTo>
                <a:lnTo>
                  <a:pt x="203197" y="711200"/>
                </a:lnTo>
                <a:cubicBezTo>
                  <a:pt x="90974" y="711200"/>
                  <a:pt x="0" y="620226"/>
                  <a:pt x="0" y="508003"/>
                </a:cubicBezTo>
                <a:lnTo>
                  <a:pt x="0" y="203197"/>
                </a:lnTo>
                <a:cubicBezTo>
                  <a:pt x="0" y="91050"/>
                  <a:pt x="91050" y="0"/>
                  <a:pt x="203197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7" name="Shape 25"/>
          <p:cNvSpPr/>
          <p:nvPr/>
        </p:nvSpPr>
        <p:spPr>
          <a:xfrm>
            <a:off x="6062067" y="198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722467" y="1828800"/>
            <a:ext cx="105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PWA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22467" y="2184400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Web-Based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58867" y="2641600"/>
            <a:ext cx="4533900" cy="889000"/>
          </a:xfrm>
          <a:custGeom>
            <a:avLst/>
            <a:gdLst/>
            <a:ahLst/>
            <a:cxnLst/>
            <a:rect l="l" t="t" r="r" b="b"/>
            <a:pathLst>
              <a:path w="4533900" h="889000">
                <a:moveTo>
                  <a:pt x="152401" y="0"/>
                </a:moveTo>
                <a:lnTo>
                  <a:pt x="4381499" y="0"/>
                </a:lnTo>
                <a:cubicBezTo>
                  <a:pt x="4465668" y="0"/>
                  <a:pt x="4533900" y="68232"/>
                  <a:pt x="4533900" y="152401"/>
                </a:cubicBezTo>
                <a:lnTo>
                  <a:pt x="4533900" y="736599"/>
                </a:lnTo>
                <a:cubicBezTo>
                  <a:pt x="4533900" y="820768"/>
                  <a:pt x="4465668" y="889000"/>
                  <a:pt x="4381499" y="889000"/>
                </a:cubicBezTo>
                <a:lnTo>
                  <a:pt x="152401" y="889000"/>
                </a:lnTo>
                <a:cubicBezTo>
                  <a:pt x="68232" y="889000"/>
                  <a:pt x="0" y="820768"/>
                  <a:pt x="0" y="7365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6011267" y="2794000"/>
            <a:ext cx="4318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Web-based solutions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behave like mobile apps when accessed through a browser.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84267" y="36766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3" name="Text 31"/>
          <p:cNvSpPr/>
          <p:nvPr/>
        </p:nvSpPr>
        <p:spPr>
          <a:xfrm>
            <a:off x="6182717" y="3625850"/>
            <a:ext cx="349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Cost-effective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cross-platform compatibility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4267" y="40068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5" name="Text 33"/>
          <p:cNvSpPr/>
          <p:nvPr/>
        </p:nvSpPr>
        <p:spPr>
          <a:xfrm>
            <a:off x="6182717" y="3956050"/>
            <a:ext cx="265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maintenance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&amp; deployment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84267" y="43370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7" name="Text 35"/>
          <p:cNvSpPr/>
          <p:nvPr/>
        </p:nvSpPr>
        <p:spPr>
          <a:xfrm>
            <a:off x="6182717" y="4286250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standard web technologies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71567" y="4641850"/>
            <a:ext cx="4521200" cy="812800"/>
          </a:xfrm>
          <a:custGeom>
            <a:avLst/>
            <a:gdLst/>
            <a:ahLst/>
            <a:cxnLst/>
            <a:rect l="l" t="t" r="r" b="b"/>
            <a:pathLst>
              <a:path w="4521200" h="812800">
                <a:moveTo>
                  <a:pt x="25400" y="0"/>
                </a:moveTo>
                <a:lnTo>
                  <a:pt x="4368800" y="0"/>
                </a:lnTo>
                <a:cubicBezTo>
                  <a:pt x="4452912" y="0"/>
                  <a:pt x="4521200" y="68288"/>
                  <a:pt x="4521200" y="152400"/>
                </a:cubicBezTo>
                <a:lnTo>
                  <a:pt x="4521200" y="660400"/>
                </a:lnTo>
                <a:cubicBezTo>
                  <a:pt x="4521200" y="744512"/>
                  <a:pt x="4452912" y="812800"/>
                  <a:pt x="4368800" y="812800"/>
                </a:cubicBezTo>
                <a:lnTo>
                  <a:pt x="25400" y="812800"/>
                </a:lnTo>
                <a:cubicBezTo>
                  <a:pt x="11381" y="812800"/>
                  <a:pt x="0" y="801419"/>
                  <a:pt x="0" y="787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2B6CB0">
              <a:alpha val="5098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71567" y="4641850"/>
            <a:ext cx="25400" cy="812800"/>
          </a:xfrm>
          <a:custGeom>
            <a:avLst/>
            <a:gdLst/>
            <a:ahLst/>
            <a:cxnLst/>
            <a:rect l="l" t="t" r="r" b="b"/>
            <a:pathLst>
              <a:path w="25400" h="812800">
                <a:moveTo>
                  <a:pt x="25400" y="0"/>
                </a:moveTo>
                <a:lnTo>
                  <a:pt x="25400" y="0"/>
                </a:lnTo>
                <a:lnTo>
                  <a:pt x="25400" y="812800"/>
                </a:lnTo>
                <a:lnTo>
                  <a:pt x="25400" y="812800"/>
                </a:lnTo>
                <a:cubicBezTo>
                  <a:pt x="11381" y="812800"/>
                  <a:pt x="0" y="801419"/>
                  <a:pt x="0" y="787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0" name="Shape 38"/>
          <p:cNvSpPr/>
          <p:nvPr/>
        </p:nvSpPr>
        <p:spPr>
          <a:xfrm>
            <a:off x="6062067" y="48260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1" name="Text 39"/>
          <p:cNvSpPr/>
          <p:nvPr/>
        </p:nvSpPr>
        <p:spPr>
          <a:xfrm>
            <a:off x="6366867" y="479425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Limited device feature access &amp; performance compared to native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03434" y="1549400"/>
            <a:ext cx="4940300" cy="6172200"/>
          </a:xfrm>
          <a:custGeom>
            <a:avLst/>
            <a:gdLst/>
            <a:ahLst/>
            <a:cxnLst/>
            <a:rect l="l" t="t" r="r" b="b"/>
            <a:pathLst>
              <a:path w="4940300" h="6172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969005"/>
                </a:lnTo>
                <a:cubicBezTo>
                  <a:pt x="4940300" y="6081227"/>
                  <a:pt x="4849327" y="6172200"/>
                  <a:pt x="4737105" y="6172200"/>
                </a:cubicBezTo>
                <a:lnTo>
                  <a:pt x="203195" y="6172200"/>
                </a:lnTo>
                <a:cubicBezTo>
                  <a:pt x="90973" y="6172200"/>
                  <a:pt x="0" y="6081227"/>
                  <a:pt x="0" y="5969005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803434" y="1549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06634" y="1778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03197" y="0"/>
                </a:moveTo>
                <a:lnTo>
                  <a:pt x="508003" y="0"/>
                </a:lnTo>
                <a:cubicBezTo>
                  <a:pt x="620226" y="0"/>
                  <a:pt x="711200" y="90974"/>
                  <a:pt x="711200" y="203197"/>
                </a:cubicBezTo>
                <a:lnTo>
                  <a:pt x="711200" y="508003"/>
                </a:lnTo>
                <a:cubicBezTo>
                  <a:pt x="711200" y="620226"/>
                  <a:pt x="620226" y="711200"/>
                  <a:pt x="508003" y="711200"/>
                </a:cubicBezTo>
                <a:lnTo>
                  <a:pt x="203197" y="711200"/>
                </a:lnTo>
                <a:cubicBezTo>
                  <a:pt x="90974" y="711200"/>
                  <a:pt x="0" y="620226"/>
                  <a:pt x="0" y="508003"/>
                </a:cubicBezTo>
                <a:lnTo>
                  <a:pt x="0" y="203197"/>
                </a:lnTo>
                <a:cubicBezTo>
                  <a:pt x="0" y="91050"/>
                  <a:pt x="91050" y="0"/>
                  <a:pt x="203197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09834" y="198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1870234" y="1828800"/>
            <a:ext cx="107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870234" y="21844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of Both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06634" y="2641600"/>
            <a:ext cx="4533900" cy="1168400"/>
          </a:xfrm>
          <a:custGeom>
            <a:avLst/>
            <a:gdLst/>
            <a:ahLst/>
            <a:cxnLst/>
            <a:rect l="l" t="t" r="r" b="b"/>
            <a:pathLst>
              <a:path w="4533900" h="1168400">
                <a:moveTo>
                  <a:pt x="152394" y="0"/>
                </a:moveTo>
                <a:lnTo>
                  <a:pt x="4381506" y="0"/>
                </a:lnTo>
                <a:cubicBezTo>
                  <a:pt x="4465671" y="0"/>
                  <a:pt x="4533900" y="68229"/>
                  <a:pt x="4533900" y="152394"/>
                </a:cubicBezTo>
                <a:lnTo>
                  <a:pt x="4533900" y="1016006"/>
                </a:lnTo>
                <a:cubicBezTo>
                  <a:pt x="4533900" y="1100171"/>
                  <a:pt x="4465671" y="1168400"/>
                  <a:pt x="4381506" y="1168400"/>
                </a:cubicBezTo>
                <a:lnTo>
                  <a:pt x="152394" y="1168400"/>
                </a:lnTo>
                <a:cubicBezTo>
                  <a:pt x="68286" y="1168400"/>
                  <a:pt x="0" y="1100114"/>
                  <a:pt x="0" y="1016006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11159034" y="2794000"/>
            <a:ext cx="4318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elements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both native and web applications using web technologies in a native container.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032034" y="39655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1" name="Text 49"/>
          <p:cNvSpPr/>
          <p:nvPr/>
        </p:nvSpPr>
        <p:spPr>
          <a:xfrm>
            <a:off x="11330484" y="3914775"/>
            <a:ext cx="309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codebase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multiple platforms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32034" y="42957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3" name="Text 51"/>
          <p:cNvSpPr/>
          <p:nvPr/>
        </p:nvSpPr>
        <p:spPr>
          <a:xfrm>
            <a:off x="11330484" y="4244975"/>
            <a:ext cx="278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cost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&amp; development time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32034" y="46259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5" name="Text 53"/>
          <p:cNvSpPr/>
          <p:nvPr/>
        </p:nvSpPr>
        <p:spPr>
          <a:xfrm>
            <a:off x="11330484" y="4575175"/>
            <a:ext cx="181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time-to-market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19334" y="4930775"/>
            <a:ext cx="4521200" cy="812800"/>
          </a:xfrm>
          <a:custGeom>
            <a:avLst/>
            <a:gdLst/>
            <a:ahLst/>
            <a:cxnLst/>
            <a:rect l="l" t="t" r="r" b="b"/>
            <a:pathLst>
              <a:path w="4521200" h="812800">
                <a:moveTo>
                  <a:pt x="25400" y="0"/>
                </a:moveTo>
                <a:lnTo>
                  <a:pt x="4368800" y="0"/>
                </a:lnTo>
                <a:cubicBezTo>
                  <a:pt x="4452912" y="0"/>
                  <a:pt x="4521200" y="68288"/>
                  <a:pt x="4521200" y="152400"/>
                </a:cubicBezTo>
                <a:lnTo>
                  <a:pt x="4521200" y="660400"/>
                </a:lnTo>
                <a:cubicBezTo>
                  <a:pt x="4521200" y="744512"/>
                  <a:pt x="4452912" y="812800"/>
                  <a:pt x="4368800" y="812800"/>
                </a:cubicBezTo>
                <a:lnTo>
                  <a:pt x="25400" y="812800"/>
                </a:lnTo>
                <a:cubicBezTo>
                  <a:pt x="11381" y="812800"/>
                  <a:pt x="0" y="801419"/>
                  <a:pt x="0" y="787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4299E1">
              <a:alpha val="5098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1019334" y="4930775"/>
            <a:ext cx="25400" cy="812800"/>
          </a:xfrm>
          <a:custGeom>
            <a:avLst/>
            <a:gdLst/>
            <a:ahLst/>
            <a:cxnLst/>
            <a:rect l="l" t="t" r="r" b="b"/>
            <a:pathLst>
              <a:path w="25400" h="812800">
                <a:moveTo>
                  <a:pt x="25400" y="0"/>
                </a:moveTo>
                <a:lnTo>
                  <a:pt x="25400" y="0"/>
                </a:lnTo>
                <a:lnTo>
                  <a:pt x="25400" y="812800"/>
                </a:lnTo>
                <a:lnTo>
                  <a:pt x="25400" y="812800"/>
                </a:lnTo>
                <a:cubicBezTo>
                  <a:pt x="11381" y="812800"/>
                  <a:pt x="0" y="801419"/>
                  <a:pt x="0" y="787400"/>
                </a:cubicBezTo>
                <a:lnTo>
                  <a:pt x="0" y="25400"/>
                </a:lnTo>
                <a:cubicBezTo>
                  <a:pt x="0" y="11381"/>
                  <a:pt x="11381" y="0"/>
                  <a:pt x="254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8" name="Shape 56"/>
          <p:cNvSpPr/>
          <p:nvPr/>
        </p:nvSpPr>
        <p:spPr>
          <a:xfrm>
            <a:off x="11209834" y="511492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4005" y="0"/>
                  <a:pt x="98693" y="2813"/>
                  <a:pt x="101124" y="7293"/>
                </a:cubicBezTo>
                <a:lnTo>
                  <a:pt x="176133" y="146199"/>
                </a:lnTo>
                <a:cubicBezTo>
                  <a:pt x="178460" y="150505"/>
                  <a:pt x="178356" y="155714"/>
                  <a:pt x="175855" y="159916"/>
                </a:cubicBezTo>
                <a:cubicBezTo>
                  <a:pt x="173355" y="164118"/>
                  <a:pt x="168806" y="166688"/>
                  <a:pt x="163909" y="166688"/>
                </a:cubicBezTo>
                <a:lnTo>
                  <a:pt x="13891" y="166688"/>
                </a:lnTo>
                <a:cubicBezTo>
                  <a:pt x="8994" y="166688"/>
                  <a:pt x="4480" y="164118"/>
                  <a:pt x="1945" y="159916"/>
                </a:cubicBezTo>
                <a:cubicBezTo>
                  <a:pt x="-590" y="155714"/>
                  <a:pt x="-660" y="150505"/>
                  <a:pt x="1667" y="146199"/>
                </a:cubicBezTo>
                <a:lnTo>
                  <a:pt x="76676" y="7293"/>
                </a:lnTo>
                <a:cubicBezTo>
                  <a:pt x="79107" y="2813"/>
                  <a:pt x="83795" y="0"/>
                  <a:pt x="88900" y="0"/>
                </a:cubicBezTo>
                <a:close/>
                <a:moveTo>
                  <a:pt x="88900" y="58341"/>
                </a:moveTo>
                <a:cubicBezTo>
                  <a:pt x="84281" y="58341"/>
                  <a:pt x="80566" y="62056"/>
                  <a:pt x="80566" y="66675"/>
                </a:cubicBezTo>
                <a:lnTo>
                  <a:pt x="80566" y="105569"/>
                </a:lnTo>
                <a:cubicBezTo>
                  <a:pt x="80566" y="110187"/>
                  <a:pt x="84281" y="113903"/>
                  <a:pt x="88900" y="113903"/>
                </a:cubicBezTo>
                <a:cubicBezTo>
                  <a:pt x="93519" y="113903"/>
                  <a:pt x="97234" y="110187"/>
                  <a:pt x="97234" y="105569"/>
                </a:cubicBezTo>
                <a:lnTo>
                  <a:pt x="97234" y="66675"/>
                </a:lnTo>
                <a:cubicBezTo>
                  <a:pt x="97234" y="62056"/>
                  <a:pt x="93519" y="58341"/>
                  <a:pt x="88900" y="58341"/>
                </a:cubicBezTo>
                <a:close/>
                <a:moveTo>
                  <a:pt x="98172" y="133350"/>
                </a:moveTo>
                <a:cubicBezTo>
                  <a:pt x="98383" y="129908"/>
                  <a:pt x="96667" y="126634"/>
                  <a:pt x="93716" y="124849"/>
                </a:cubicBezTo>
                <a:cubicBezTo>
                  <a:pt x="90766" y="123065"/>
                  <a:pt x="87069" y="123065"/>
                  <a:pt x="84119" y="124849"/>
                </a:cubicBezTo>
                <a:cubicBezTo>
                  <a:pt x="81168" y="126634"/>
                  <a:pt x="79452" y="129908"/>
                  <a:pt x="79663" y="133350"/>
                </a:cubicBezTo>
                <a:cubicBezTo>
                  <a:pt x="79452" y="136792"/>
                  <a:pt x="81168" y="140066"/>
                  <a:pt x="84119" y="141851"/>
                </a:cubicBezTo>
                <a:cubicBezTo>
                  <a:pt x="87069" y="143635"/>
                  <a:pt x="90766" y="143635"/>
                  <a:pt x="93716" y="141851"/>
                </a:cubicBezTo>
                <a:cubicBezTo>
                  <a:pt x="96667" y="140066"/>
                  <a:pt x="98383" y="136792"/>
                  <a:pt x="98172" y="13335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9" name="Text 57"/>
          <p:cNvSpPr/>
          <p:nvPr/>
        </p:nvSpPr>
        <p:spPr>
          <a:xfrm>
            <a:off x="11514634" y="5083175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Trade-off: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Performance &amp; UX may not match fully native apps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08000" y="7924800"/>
            <a:ext cx="15240000" cy="711200"/>
          </a:xfrm>
          <a:custGeom>
            <a:avLst/>
            <a:gdLst/>
            <a:ahLst/>
            <a:cxnLst/>
            <a:rect l="l" t="t" r="r" b="b"/>
            <a:pathLst>
              <a:path w="15240000" h="711200">
                <a:moveTo>
                  <a:pt x="203197" y="0"/>
                </a:moveTo>
                <a:lnTo>
                  <a:pt x="15036803" y="0"/>
                </a:lnTo>
                <a:cubicBezTo>
                  <a:pt x="15149026" y="0"/>
                  <a:pt x="15240000" y="90974"/>
                  <a:pt x="15240000" y="203197"/>
                </a:cubicBezTo>
                <a:lnTo>
                  <a:pt x="15240000" y="508003"/>
                </a:lnTo>
                <a:cubicBezTo>
                  <a:pt x="15240000" y="620226"/>
                  <a:pt x="15149026" y="711200"/>
                  <a:pt x="15036803" y="711200"/>
                </a:cubicBezTo>
                <a:lnTo>
                  <a:pt x="203197" y="711200"/>
                </a:lnTo>
                <a:cubicBezTo>
                  <a:pt x="90974" y="711200"/>
                  <a:pt x="0" y="620226"/>
                  <a:pt x="0" y="508003"/>
                </a:cubicBezTo>
                <a:lnTo>
                  <a:pt x="0" y="203197"/>
                </a:lnTo>
                <a:cubicBezTo>
                  <a:pt x="0" y="91050"/>
                  <a:pt x="91050" y="0"/>
                  <a:pt x="203197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61" name="Shape 59"/>
          <p:cNvSpPr/>
          <p:nvPr/>
        </p:nvSpPr>
        <p:spPr>
          <a:xfrm>
            <a:off x="787400" y="8128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2" name="Text 60"/>
          <p:cNvSpPr/>
          <p:nvPr/>
        </p:nvSpPr>
        <p:spPr>
          <a:xfrm>
            <a:off x="1295400" y="8128000"/>
            <a:ext cx="1258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Selection Criteria: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Consider performance requirements, budget constraints, timeline, and target audience when choosing the application type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56828" y="6858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508000"/>
            <a:ext cx="412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70" kern="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Languages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1320800"/>
            <a:ext cx="6070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choice of programming language depends on the platform and development approach, directly impacting performance, development speed, and maintenance.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2514600"/>
            <a:ext cx="5969000" cy="6121400"/>
          </a:xfrm>
          <a:custGeom>
            <a:avLst/>
            <a:gdLst/>
            <a:ahLst/>
            <a:cxnLst/>
            <a:rect l="l" t="t" r="r" b="b"/>
            <a:pathLst>
              <a:path w="5969000" h="6121400">
                <a:moveTo>
                  <a:pt x="203185" y="0"/>
                </a:moveTo>
                <a:lnTo>
                  <a:pt x="5765815" y="0"/>
                </a:lnTo>
                <a:cubicBezTo>
                  <a:pt x="5878031" y="0"/>
                  <a:pt x="5969000" y="90969"/>
                  <a:pt x="5969000" y="203185"/>
                </a:cubicBezTo>
                <a:lnTo>
                  <a:pt x="5969000" y="5918215"/>
                </a:lnTo>
                <a:cubicBezTo>
                  <a:pt x="5969000" y="6030431"/>
                  <a:pt x="5878031" y="6121400"/>
                  <a:pt x="5765815" y="6121400"/>
                </a:cubicBezTo>
                <a:lnTo>
                  <a:pt x="203185" y="6121400"/>
                </a:lnTo>
                <a:cubicBezTo>
                  <a:pt x="90969" y="6121400"/>
                  <a:pt x="0" y="6030431"/>
                  <a:pt x="0" y="5918215"/>
                </a:cubicBezTo>
                <a:lnTo>
                  <a:pt x="0" y="203185"/>
                </a:lnTo>
                <a:cubicBezTo>
                  <a:pt x="0" y="91044"/>
                  <a:pt x="91044" y="0"/>
                  <a:pt x="2031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8" name="Image 0" descr="https://kimi-web-img.moonshot.cn/img/images.stockcake.com/b28cc2d3838a9545354924e41b1fcaaf769f8fcf.jpg">    </p:cNvPr>
          <p:cNvPicPr>
            <a:picLocks noChangeAspect="1"/>
          </p:cNvPicPr>
          <p:nvPr/>
        </p:nvPicPr>
        <p:blipFill>
          <a:blip r:embed="rId1"/>
          <a:srcRect l="1357" r="1357" t="0" b="0"/>
          <a:stretch/>
        </p:blipFill>
        <p:spPr>
          <a:xfrm>
            <a:off x="762000" y="2768600"/>
            <a:ext cx="5461000" cy="5613400"/>
          </a:xfrm>
          <a:prstGeom prst="roundRect">
            <a:avLst>
              <a:gd name="adj" fmla="val 2791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6786860" y="508000"/>
            <a:ext cx="8966200" cy="3403600"/>
          </a:xfrm>
          <a:custGeom>
            <a:avLst/>
            <a:gdLst/>
            <a:ahLst/>
            <a:cxnLst/>
            <a:rect l="l" t="t" r="r" b="b"/>
            <a:pathLst>
              <a:path w="8966200" h="3403600">
                <a:moveTo>
                  <a:pt x="203195" y="0"/>
                </a:moveTo>
                <a:lnTo>
                  <a:pt x="8763005" y="0"/>
                </a:lnTo>
                <a:cubicBezTo>
                  <a:pt x="8875227" y="0"/>
                  <a:pt x="8966200" y="90973"/>
                  <a:pt x="8966200" y="203195"/>
                </a:cubicBezTo>
                <a:lnTo>
                  <a:pt x="8966200" y="3200405"/>
                </a:lnTo>
                <a:cubicBezTo>
                  <a:pt x="8966200" y="3312627"/>
                  <a:pt x="8875227" y="3403600"/>
                  <a:pt x="8763005" y="3403600"/>
                </a:cubicBezTo>
                <a:lnTo>
                  <a:pt x="203195" y="3403600"/>
                </a:lnTo>
                <a:cubicBezTo>
                  <a:pt x="90973" y="3403600"/>
                  <a:pt x="0" y="3312627"/>
                  <a:pt x="0" y="32004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10" name="Shape 7"/>
          <p:cNvSpPr/>
          <p:nvPr/>
        </p:nvSpPr>
        <p:spPr>
          <a:xfrm>
            <a:off x="7117060" y="812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9525" y="38100"/>
                </a:moveTo>
                <a:cubicBezTo>
                  <a:pt x="9525" y="17085"/>
                  <a:pt x="26610" y="0"/>
                  <a:pt x="47625" y="0"/>
                </a:cubicBezTo>
                <a:lnTo>
                  <a:pt x="180975" y="0"/>
                </a:lnTo>
                <a:cubicBezTo>
                  <a:pt x="201990" y="0"/>
                  <a:pt x="219075" y="17085"/>
                  <a:pt x="219075" y="38100"/>
                </a:cubicBezTo>
                <a:lnTo>
                  <a:pt x="219075" y="266700"/>
                </a:lnTo>
                <a:cubicBezTo>
                  <a:pt x="219075" y="287715"/>
                  <a:pt x="201990" y="304800"/>
                  <a:pt x="180975" y="304800"/>
                </a:cubicBezTo>
                <a:lnTo>
                  <a:pt x="47625" y="304800"/>
                </a:lnTo>
                <a:cubicBezTo>
                  <a:pt x="26610" y="304800"/>
                  <a:pt x="9525" y="287715"/>
                  <a:pt x="9525" y="266700"/>
                </a:cubicBezTo>
                <a:lnTo>
                  <a:pt x="9525" y="38100"/>
                </a:lnTo>
                <a:close/>
                <a:moveTo>
                  <a:pt x="47625" y="38100"/>
                </a:moveTo>
                <a:lnTo>
                  <a:pt x="47625" y="219075"/>
                </a:lnTo>
                <a:lnTo>
                  <a:pt x="180975" y="219075"/>
                </a:lnTo>
                <a:lnTo>
                  <a:pt x="180975" y="38100"/>
                </a:lnTo>
                <a:lnTo>
                  <a:pt x="47625" y="38100"/>
                </a:lnTo>
                <a:close/>
                <a:moveTo>
                  <a:pt x="114300" y="280987"/>
                </a:moveTo>
                <a:cubicBezTo>
                  <a:pt x="124837" y="280987"/>
                  <a:pt x="133350" y="272475"/>
                  <a:pt x="133350" y="261937"/>
                </a:cubicBezTo>
                <a:cubicBezTo>
                  <a:pt x="133350" y="251400"/>
                  <a:pt x="124837" y="242888"/>
                  <a:pt x="114300" y="242888"/>
                </a:cubicBezTo>
                <a:cubicBezTo>
                  <a:pt x="103763" y="242888"/>
                  <a:pt x="95250" y="251400"/>
                  <a:pt x="95250" y="261937"/>
                </a:cubicBezTo>
                <a:cubicBezTo>
                  <a:pt x="95250" y="272475"/>
                  <a:pt x="103763" y="280987"/>
                  <a:pt x="114300" y="280987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1" name="Text 8"/>
          <p:cNvSpPr/>
          <p:nvPr/>
        </p:nvSpPr>
        <p:spPr>
          <a:xfrm>
            <a:off x="7574260" y="762000"/>
            <a:ext cx="4025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Application Languages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040860" y="1371600"/>
            <a:ext cx="4127500" cy="2286000"/>
          </a:xfrm>
          <a:custGeom>
            <a:avLst/>
            <a:gdLst/>
            <a:ahLst/>
            <a:cxnLst/>
            <a:rect l="l" t="t" r="r" b="b"/>
            <a:pathLst>
              <a:path w="4127500" h="2286000">
                <a:moveTo>
                  <a:pt x="152408" y="0"/>
                </a:moveTo>
                <a:lnTo>
                  <a:pt x="3975092" y="0"/>
                </a:lnTo>
                <a:cubicBezTo>
                  <a:pt x="4059265" y="0"/>
                  <a:pt x="4127500" y="68235"/>
                  <a:pt x="4127500" y="152408"/>
                </a:cubicBezTo>
                <a:lnTo>
                  <a:pt x="4127500" y="2133592"/>
                </a:lnTo>
                <a:cubicBezTo>
                  <a:pt x="4127500" y="2217765"/>
                  <a:pt x="4059265" y="2286000"/>
                  <a:pt x="3975092" y="2286000"/>
                </a:cubicBezTo>
                <a:lnTo>
                  <a:pt x="152408" y="2286000"/>
                </a:lnTo>
                <a:cubicBezTo>
                  <a:pt x="68235" y="2286000"/>
                  <a:pt x="0" y="2217765"/>
                  <a:pt x="0" y="21335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259935" y="1625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08607" y="125958"/>
                </a:moveTo>
                <a:cubicBezTo>
                  <a:pt x="212861" y="125958"/>
                  <a:pt x="216792" y="128228"/>
                  <a:pt x="218919" y="131911"/>
                </a:cubicBezTo>
                <a:cubicBezTo>
                  <a:pt x="221045" y="135595"/>
                  <a:pt x="221045" y="140134"/>
                  <a:pt x="218919" y="143818"/>
                </a:cubicBezTo>
                <a:cubicBezTo>
                  <a:pt x="216792" y="147501"/>
                  <a:pt x="212861" y="149771"/>
                  <a:pt x="208607" y="149771"/>
                </a:cubicBezTo>
                <a:cubicBezTo>
                  <a:pt x="202036" y="149771"/>
                  <a:pt x="196701" y="144436"/>
                  <a:pt x="196701" y="137864"/>
                </a:cubicBezTo>
                <a:cubicBezTo>
                  <a:pt x="196701" y="131293"/>
                  <a:pt x="202036" y="125958"/>
                  <a:pt x="208607" y="125958"/>
                </a:cubicBezTo>
                <a:close/>
                <a:moveTo>
                  <a:pt x="77093" y="125958"/>
                </a:moveTo>
                <a:cubicBezTo>
                  <a:pt x="81347" y="125958"/>
                  <a:pt x="85277" y="128228"/>
                  <a:pt x="87404" y="131911"/>
                </a:cubicBezTo>
                <a:cubicBezTo>
                  <a:pt x="89531" y="135595"/>
                  <a:pt x="89531" y="140134"/>
                  <a:pt x="87404" y="143818"/>
                </a:cubicBezTo>
                <a:cubicBezTo>
                  <a:pt x="85277" y="147501"/>
                  <a:pt x="81347" y="149771"/>
                  <a:pt x="77093" y="149771"/>
                </a:cubicBezTo>
                <a:cubicBezTo>
                  <a:pt x="70522" y="149771"/>
                  <a:pt x="65187" y="144436"/>
                  <a:pt x="65187" y="137864"/>
                </a:cubicBezTo>
                <a:cubicBezTo>
                  <a:pt x="65187" y="131293"/>
                  <a:pt x="70522" y="125958"/>
                  <a:pt x="77093" y="125958"/>
                </a:cubicBezTo>
                <a:close/>
                <a:moveTo>
                  <a:pt x="212874" y="78085"/>
                </a:moveTo>
                <a:lnTo>
                  <a:pt x="236637" y="36909"/>
                </a:lnTo>
                <a:cubicBezTo>
                  <a:pt x="237034" y="36364"/>
                  <a:pt x="237282" y="35719"/>
                  <a:pt x="237381" y="35024"/>
                </a:cubicBezTo>
                <a:cubicBezTo>
                  <a:pt x="237480" y="34330"/>
                  <a:pt x="237480" y="33685"/>
                  <a:pt x="237331" y="32990"/>
                </a:cubicBezTo>
                <a:cubicBezTo>
                  <a:pt x="237182" y="32296"/>
                  <a:pt x="236885" y="31700"/>
                  <a:pt x="236488" y="31155"/>
                </a:cubicBezTo>
                <a:cubicBezTo>
                  <a:pt x="236091" y="30609"/>
                  <a:pt x="235595" y="30163"/>
                  <a:pt x="235000" y="29815"/>
                </a:cubicBezTo>
                <a:cubicBezTo>
                  <a:pt x="234404" y="29468"/>
                  <a:pt x="233759" y="29270"/>
                  <a:pt x="233065" y="29170"/>
                </a:cubicBezTo>
                <a:cubicBezTo>
                  <a:pt x="232370" y="29071"/>
                  <a:pt x="231725" y="29170"/>
                  <a:pt x="231080" y="29369"/>
                </a:cubicBezTo>
                <a:cubicBezTo>
                  <a:pt x="230436" y="29567"/>
                  <a:pt x="229840" y="29914"/>
                  <a:pt x="229295" y="30311"/>
                </a:cubicBezTo>
                <a:cubicBezTo>
                  <a:pt x="228749" y="30708"/>
                  <a:pt x="228352" y="31304"/>
                  <a:pt x="228054" y="31899"/>
                </a:cubicBezTo>
                <a:lnTo>
                  <a:pt x="203994" y="73620"/>
                </a:lnTo>
                <a:cubicBezTo>
                  <a:pt x="184745" y="64988"/>
                  <a:pt x="163909" y="60523"/>
                  <a:pt x="142825" y="60523"/>
                </a:cubicBezTo>
                <a:cubicBezTo>
                  <a:pt x="121741" y="60523"/>
                  <a:pt x="100905" y="64988"/>
                  <a:pt x="81657" y="73620"/>
                </a:cubicBezTo>
                <a:lnTo>
                  <a:pt x="57646" y="31948"/>
                </a:lnTo>
                <a:cubicBezTo>
                  <a:pt x="57348" y="31353"/>
                  <a:pt x="56902" y="30807"/>
                  <a:pt x="56406" y="30361"/>
                </a:cubicBezTo>
                <a:cubicBezTo>
                  <a:pt x="55910" y="29914"/>
                  <a:pt x="55265" y="29617"/>
                  <a:pt x="54620" y="29418"/>
                </a:cubicBezTo>
                <a:cubicBezTo>
                  <a:pt x="53975" y="29220"/>
                  <a:pt x="53280" y="29170"/>
                  <a:pt x="52636" y="29220"/>
                </a:cubicBezTo>
                <a:cubicBezTo>
                  <a:pt x="51991" y="29270"/>
                  <a:pt x="51296" y="29518"/>
                  <a:pt x="50701" y="29865"/>
                </a:cubicBezTo>
                <a:cubicBezTo>
                  <a:pt x="50105" y="30212"/>
                  <a:pt x="49609" y="30659"/>
                  <a:pt x="49213" y="31204"/>
                </a:cubicBezTo>
                <a:cubicBezTo>
                  <a:pt x="48816" y="31750"/>
                  <a:pt x="48518" y="32395"/>
                  <a:pt x="48369" y="33040"/>
                </a:cubicBezTo>
                <a:cubicBezTo>
                  <a:pt x="48220" y="33685"/>
                  <a:pt x="48220" y="34379"/>
                  <a:pt x="48320" y="35074"/>
                </a:cubicBezTo>
                <a:cubicBezTo>
                  <a:pt x="48419" y="35768"/>
                  <a:pt x="48716" y="36364"/>
                  <a:pt x="49064" y="36959"/>
                </a:cubicBezTo>
                <a:lnTo>
                  <a:pt x="72827" y="78135"/>
                </a:lnTo>
                <a:cubicBezTo>
                  <a:pt x="31998" y="100310"/>
                  <a:pt x="4068" y="141635"/>
                  <a:pt x="0" y="190500"/>
                </a:cubicBezTo>
                <a:lnTo>
                  <a:pt x="285750" y="190500"/>
                </a:lnTo>
                <a:cubicBezTo>
                  <a:pt x="281682" y="141635"/>
                  <a:pt x="253752" y="100310"/>
                  <a:pt x="212874" y="7808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4" name="Text 11"/>
          <p:cNvSpPr/>
          <p:nvPr/>
        </p:nvSpPr>
        <p:spPr>
          <a:xfrm>
            <a:off x="7663160" y="1574800"/>
            <a:ext cx="91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Android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44060" y="2032000"/>
            <a:ext cx="3721100" cy="660400"/>
          </a:xfrm>
          <a:custGeom>
            <a:avLst/>
            <a:gdLst/>
            <a:ahLst/>
            <a:cxnLst/>
            <a:rect l="l" t="t" r="r" b="b"/>
            <a:pathLst>
              <a:path w="3721100" h="660400">
                <a:moveTo>
                  <a:pt x="101603" y="0"/>
                </a:moveTo>
                <a:lnTo>
                  <a:pt x="3619497" y="0"/>
                </a:lnTo>
                <a:cubicBezTo>
                  <a:pt x="3675611" y="0"/>
                  <a:pt x="3721100" y="45489"/>
                  <a:pt x="3721100" y="101603"/>
                </a:cubicBezTo>
                <a:lnTo>
                  <a:pt x="3721100" y="558797"/>
                </a:lnTo>
                <a:cubicBezTo>
                  <a:pt x="3721100" y="614911"/>
                  <a:pt x="3675611" y="660400"/>
                  <a:pt x="36194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345660" y="21336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Kotlin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345660" y="2387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syntax, improved safety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44060" y="2794000"/>
            <a:ext cx="3721100" cy="660400"/>
          </a:xfrm>
          <a:custGeom>
            <a:avLst/>
            <a:gdLst/>
            <a:ahLst/>
            <a:cxnLst/>
            <a:rect l="l" t="t" r="r" b="b"/>
            <a:pathLst>
              <a:path w="3721100" h="660400">
                <a:moveTo>
                  <a:pt x="101603" y="0"/>
                </a:moveTo>
                <a:lnTo>
                  <a:pt x="3619497" y="0"/>
                </a:lnTo>
                <a:cubicBezTo>
                  <a:pt x="3675611" y="0"/>
                  <a:pt x="3721100" y="45489"/>
                  <a:pt x="3721100" y="101603"/>
                </a:cubicBezTo>
                <a:lnTo>
                  <a:pt x="3721100" y="558797"/>
                </a:lnTo>
                <a:cubicBezTo>
                  <a:pt x="3721100" y="614911"/>
                  <a:pt x="3675611" y="660400"/>
                  <a:pt x="36194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345660" y="28956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45660" y="3149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Traditional, widely used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368980" y="1371600"/>
            <a:ext cx="4127500" cy="2286000"/>
          </a:xfrm>
          <a:custGeom>
            <a:avLst/>
            <a:gdLst/>
            <a:ahLst/>
            <a:cxnLst/>
            <a:rect l="l" t="t" r="r" b="b"/>
            <a:pathLst>
              <a:path w="4127500" h="2286000">
                <a:moveTo>
                  <a:pt x="152408" y="0"/>
                </a:moveTo>
                <a:lnTo>
                  <a:pt x="3975092" y="0"/>
                </a:lnTo>
                <a:cubicBezTo>
                  <a:pt x="4059265" y="0"/>
                  <a:pt x="4127500" y="68235"/>
                  <a:pt x="4127500" y="152408"/>
                </a:cubicBezTo>
                <a:lnTo>
                  <a:pt x="4127500" y="2133592"/>
                </a:lnTo>
                <a:cubicBezTo>
                  <a:pt x="4127500" y="2217765"/>
                  <a:pt x="4059265" y="2286000"/>
                  <a:pt x="3975092" y="2286000"/>
                </a:cubicBezTo>
                <a:lnTo>
                  <a:pt x="152408" y="2286000"/>
                </a:lnTo>
                <a:cubicBezTo>
                  <a:pt x="68235" y="2286000"/>
                  <a:pt x="0" y="2217765"/>
                  <a:pt x="0" y="21335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635680" y="1625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58304" y="133300"/>
                </a:moveTo>
                <a:cubicBezTo>
                  <a:pt x="158204" y="115094"/>
                  <a:pt x="166439" y="101352"/>
                  <a:pt x="183108" y="91232"/>
                </a:cubicBezTo>
                <a:cubicBezTo>
                  <a:pt x="173782" y="77887"/>
                  <a:pt x="159693" y="70545"/>
                  <a:pt x="141089" y="69106"/>
                </a:cubicBezTo>
                <a:cubicBezTo>
                  <a:pt x="123478" y="67717"/>
                  <a:pt x="104229" y="79375"/>
                  <a:pt x="97185" y="79375"/>
                </a:cubicBezTo>
                <a:cubicBezTo>
                  <a:pt x="89743" y="79375"/>
                  <a:pt x="72678" y="69602"/>
                  <a:pt x="59283" y="69602"/>
                </a:cubicBezTo>
                <a:cubicBezTo>
                  <a:pt x="31601" y="70048"/>
                  <a:pt x="2183" y="91678"/>
                  <a:pt x="2183" y="135682"/>
                </a:cubicBezTo>
                <a:cubicBezTo>
                  <a:pt x="2183" y="148679"/>
                  <a:pt x="4564" y="162123"/>
                  <a:pt x="9327" y="175964"/>
                </a:cubicBezTo>
                <a:cubicBezTo>
                  <a:pt x="15677" y="194171"/>
                  <a:pt x="38596" y="238820"/>
                  <a:pt x="62508" y="238075"/>
                </a:cubicBezTo>
                <a:cubicBezTo>
                  <a:pt x="75009" y="237778"/>
                  <a:pt x="83840" y="229195"/>
                  <a:pt x="100112" y="229195"/>
                </a:cubicBezTo>
                <a:cubicBezTo>
                  <a:pt x="115888" y="229195"/>
                  <a:pt x="124073" y="238075"/>
                  <a:pt x="138013" y="238075"/>
                </a:cubicBezTo>
                <a:cubicBezTo>
                  <a:pt x="162123" y="237728"/>
                  <a:pt x="182860" y="197148"/>
                  <a:pt x="188913" y="178891"/>
                </a:cubicBezTo>
                <a:cubicBezTo>
                  <a:pt x="156567" y="163661"/>
                  <a:pt x="158304" y="134243"/>
                  <a:pt x="158304" y="133300"/>
                </a:cubicBezTo>
                <a:close/>
                <a:moveTo>
                  <a:pt x="130225" y="51842"/>
                </a:moveTo>
                <a:cubicBezTo>
                  <a:pt x="143768" y="35768"/>
                  <a:pt x="142528" y="21134"/>
                  <a:pt x="142131" y="15875"/>
                </a:cubicBezTo>
                <a:cubicBezTo>
                  <a:pt x="130175" y="16570"/>
                  <a:pt x="116334" y="24011"/>
                  <a:pt x="108446" y="33189"/>
                </a:cubicBezTo>
                <a:cubicBezTo>
                  <a:pt x="99764" y="43011"/>
                  <a:pt x="94655" y="55166"/>
                  <a:pt x="95746" y="68858"/>
                </a:cubicBezTo>
                <a:cubicBezTo>
                  <a:pt x="108694" y="69850"/>
                  <a:pt x="120501" y="63202"/>
                  <a:pt x="130225" y="51842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3" name="Text 20"/>
          <p:cNvSpPr/>
          <p:nvPr/>
        </p:nvSpPr>
        <p:spPr>
          <a:xfrm>
            <a:off x="11991280" y="1574800"/>
            <a:ext cx="469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1572180" y="2032000"/>
            <a:ext cx="3721100" cy="660400"/>
          </a:xfrm>
          <a:custGeom>
            <a:avLst/>
            <a:gdLst/>
            <a:ahLst/>
            <a:cxnLst/>
            <a:rect l="l" t="t" r="r" b="b"/>
            <a:pathLst>
              <a:path w="3721100" h="660400">
                <a:moveTo>
                  <a:pt x="101603" y="0"/>
                </a:moveTo>
                <a:lnTo>
                  <a:pt x="3619497" y="0"/>
                </a:lnTo>
                <a:cubicBezTo>
                  <a:pt x="3675611" y="0"/>
                  <a:pt x="3721100" y="45489"/>
                  <a:pt x="3721100" y="101603"/>
                </a:cubicBezTo>
                <a:lnTo>
                  <a:pt x="3721100" y="558797"/>
                </a:lnTo>
                <a:cubicBezTo>
                  <a:pt x="3721100" y="614911"/>
                  <a:pt x="3675611" y="660400"/>
                  <a:pt x="36194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1673780" y="21336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Swift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673780" y="2387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Preferred, high performance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572180" y="2794000"/>
            <a:ext cx="3721100" cy="660400"/>
          </a:xfrm>
          <a:custGeom>
            <a:avLst/>
            <a:gdLst/>
            <a:ahLst/>
            <a:cxnLst/>
            <a:rect l="l" t="t" r="r" b="b"/>
            <a:pathLst>
              <a:path w="3721100" h="660400">
                <a:moveTo>
                  <a:pt x="101603" y="0"/>
                </a:moveTo>
                <a:lnTo>
                  <a:pt x="3619497" y="0"/>
                </a:lnTo>
                <a:cubicBezTo>
                  <a:pt x="3675611" y="0"/>
                  <a:pt x="3721100" y="45489"/>
                  <a:pt x="3721100" y="101603"/>
                </a:cubicBezTo>
                <a:lnTo>
                  <a:pt x="3721100" y="558797"/>
                </a:lnTo>
                <a:cubicBezTo>
                  <a:pt x="3721100" y="614911"/>
                  <a:pt x="3675611" y="660400"/>
                  <a:pt x="36194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1673780" y="28956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Objective-C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673780" y="3149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Legacy systems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812260" y="4114800"/>
            <a:ext cx="8940800" cy="3505200"/>
          </a:xfrm>
          <a:custGeom>
            <a:avLst/>
            <a:gdLst/>
            <a:ahLst/>
            <a:cxnLst/>
            <a:rect l="l" t="t" r="r" b="b"/>
            <a:pathLst>
              <a:path w="8940800" h="3505200">
                <a:moveTo>
                  <a:pt x="50800" y="0"/>
                </a:moveTo>
                <a:lnTo>
                  <a:pt x="8737604" y="0"/>
                </a:lnTo>
                <a:cubicBezTo>
                  <a:pt x="8849826" y="0"/>
                  <a:pt x="8940800" y="90974"/>
                  <a:pt x="8940800" y="203196"/>
                </a:cubicBezTo>
                <a:lnTo>
                  <a:pt x="8940800" y="3302004"/>
                </a:lnTo>
                <a:cubicBezTo>
                  <a:pt x="8940800" y="3414226"/>
                  <a:pt x="8849826" y="3505200"/>
                  <a:pt x="873760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12260" y="41148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2" name="Shape 29"/>
          <p:cNvSpPr/>
          <p:nvPr/>
        </p:nvSpPr>
        <p:spPr>
          <a:xfrm>
            <a:off x="7110710" y="4419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3" name="Text 30"/>
          <p:cNvSpPr/>
          <p:nvPr/>
        </p:nvSpPr>
        <p:spPr>
          <a:xfrm>
            <a:off x="7625060" y="4368800"/>
            <a:ext cx="3619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Cross-Platform Languages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091660" y="4978400"/>
            <a:ext cx="2705100" cy="1625600"/>
          </a:xfrm>
          <a:custGeom>
            <a:avLst/>
            <a:gdLst/>
            <a:ahLst/>
            <a:cxnLst/>
            <a:rect l="l" t="t" r="r" b="b"/>
            <a:pathLst>
              <a:path w="2705100" h="1625600">
                <a:moveTo>
                  <a:pt x="152400" y="0"/>
                </a:moveTo>
                <a:lnTo>
                  <a:pt x="2552700" y="0"/>
                </a:lnTo>
                <a:cubicBezTo>
                  <a:pt x="2636812" y="0"/>
                  <a:pt x="2705100" y="68288"/>
                  <a:pt x="2705100" y="152400"/>
                </a:cubicBezTo>
                <a:lnTo>
                  <a:pt x="2705100" y="1473200"/>
                </a:lnTo>
                <a:cubicBezTo>
                  <a:pt x="2705100" y="1557312"/>
                  <a:pt x="2636812" y="1625600"/>
                  <a:pt x="25527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5" name="Shape 32"/>
          <p:cNvSpPr/>
          <p:nvPr/>
        </p:nvSpPr>
        <p:spPr>
          <a:xfrm>
            <a:off x="7342485" y="5232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15875"/>
                </a:moveTo>
                <a:lnTo>
                  <a:pt x="0" y="238125"/>
                </a:lnTo>
                <a:lnTo>
                  <a:pt x="222250" y="238125"/>
                </a:lnTo>
                <a:lnTo>
                  <a:pt x="222250" y="15875"/>
                </a:lnTo>
                <a:lnTo>
                  <a:pt x="0" y="15875"/>
                </a:lnTo>
                <a:close/>
                <a:moveTo>
                  <a:pt x="120948" y="189210"/>
                </a:moveTo>
                <a:cubicBezTo>
                  <a:pt x="120948" y="210840"/>
                  <a:pt x="108248" y="220712"/>
                  <a:pt x="89743" y="220712"/>
                </a:cubicBezTo>
                <a:cubicBezTo>
                  <a:pt x="73025" y="220712"/>
                  <a:pt x="63351" y="212080"/>
                  <a:pt x="58390" y="201613"/>
                </a:cubicBezTo>
                <a:lnTo>
                  <a:pt x="75406" y="191343"/>
                </a:lnTo>
                <a:cubicBezTo>
                  <a:pt x="78680" y="197148"/>
                  <a:pt x="81657" y="202059"/>
                  <a:pt x="88850" y="202059"/>
                </a:cubicBezTo>
                <a:cubicBezTo>
                  <a:pt x="95696" y="202059"/>
                  <a:pt x="100062" y="199380"/>
                  <a:pt x="100062" y="188913"/>
                </a:cubicBezTo>
                <a:lnTo>
                  <a:pt x="100062" y="117921"/>
                </a:lnTo>
                <a:lnTo>
                  <a:pt x="120948" y="117921"/>
                </a:lnTo>
                <a:lnTo>
                  <a:pt x="120948" y="189210"/>
                </a:lnTo>
                <a:close/>
                <a:moveTo>
                  <a:pt x="170359" y="220712"/>
                </a:moveTo>
                <a:cubicBezTo>
                  <a:pt x="150961" y="220712"/>
                  <a:pt x="138410" y="211485"/>
                  <a:pt x="132308" y="199380"/>
                </a:cubicBezTo>
                <a:lnTo>
                  <a:pt x="149324" y="189557"/>
                </a:lnTo>
                <a:cubicBezTo>
                  <a:pt x="153789" y="196850"/>
                  <a:pt x="159643" y="202257"/>
                  <a:pt x="169912" y="202257"/>
                </a:cubicBezTo>
                <a:cubicBezTo>
                  <a:pt x="178544" y="202257"/>
                  <a:pt x="184100" y="197941"/>
                  <a:pt x="184100" y="191939"/>
                </a:cubicBezTo>
                <a:cubicBezTo>
                  <a:pt x="184100" y="184795"/>
                  <a:pt x="178445" y="182265"/>
                  <a:pt x="168870" y="178048"/>
                </a:cubicBezTo>
                <a:lnTo>
                  <a:pt x="163661" y="175816"/>
                </a:lnTo>
                <a:cubicBezTo>
                  <a:pt x="148580" y="169416"/>
                  <a:pt x="138609" y="161330"/>
                  <a:pt x="138609" y="144314"/>
                </a:cubicBezTo>
                <a:cubicBezTo>
                  <a:pt x="138609" y="128637"/>
                  <a:pt x="150564" y="116731"/>
                  <a:pt x="169168" y="116731"/>
                </a:cubicBezTo>
                <a:cubicBezTo>
                  <a:pt x="182463" y="116731"/>
                  <a:pt x="191988" y="121345"/>
                  <a:pt x="198834" y="133449"/>
                </a:cubicBezTo>
                <a:lnTo>
                  <a:pt x="182563" y="143867"/>
                </a:lnTo>
                <a:cubicBezTo>
                  <a:pt x="178991" y="137468"/>
                  <a:pt x="175121" y="134938"/>
                  <a:pt x="169118" y="134938"/>
                </a:cubicBezTo>
                <a:cubicBezTo>
                  <a:pt x="163016" y="134938"/>
                  <a:pt x="159147" y="138807"/>
                  <a:pt x="159147" y="143867"/>
                </a:cubicBezTo>
                <a:cubicBezTo>
                  <a:pt x="159147" y="150118"/>
                  <a:pt x="163016" y="152648"/>
                  <a:pt x="171996" y="156567"/>
                </a:cubicBezTo>
                <a:lnTo>
                  <a:pt x="177205" y="158800"/>
                </a:lnTo>
                <a:cubicBezTo>
                  <a:pt x="194965" y="166390"/>
                  <a:pt x="204936" y="174179"/>
                  <a:pt x="204936" y="191641"/>
                </a:cubicBezTo>
                <a:cubicBezTo>
                  <a:pt x="204936" y="210393"/>
                  <a:pt x="190153" y="220712"/>
                  <a:pt x="170359" y="220712"/>
                </a:cubicBezTo>
                <a:close/>
              </a:path>
            </a:pathLst>
          </a:custGeom>
          <a:solidFill>
            <a:srgbClr val="F7DF1E"/>
          </a:solidFill>
          <a:ln/>
        </p:spPr>
      </p:sp>
      <p:sp>
        <p:nvSpPr>
          <p:cNvPr id="36" name="Text 33"/>
          <p:cNvSpPr/>
          <p:nvPr/>
        </p:nvSpPr>
        <p:spPr>
          <a:xfrm>
            <a:off x="7713960" y="5181600"/>
            <a:ext cx="119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294860" y="5638800"/>
            <a:ext cx="238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Widely used for flexibility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294860" y="5994400"/>
            <a:ext cx="2298700" cy="406400"/>
          </a:xfrm>
          <a:custGeom>
            <a:avLst/>
            <a:gdLst/>
            <a:ahLst/>
            <a:cxnLst/>
            <a:rect l="l" t="t" r="r" b="b"/>
            <a:pathLst>
              <a:path w="2298700" h="406400">
                <a:moveTo>
                  <a:pt x="101600" y="0"/>
                </a:moveTo>
                <a:lnTo>
                  <a:pt x="2197100" y="0"/>
                </a:lnTo>
                <a:cubicBezTo>
                  <a:pt x="2253175" y="0"/>
                  <a:pt x="2298700" y="45525"/>
                  <a:pt x="2298700" y="101600"/>
                </a:cubicBezTo>
                <a:lnTo>
                  <a:pt x="2298700" y="304800"/>
                </a:lnTo>
                <a:cubicBezTo>
                  <a:pt x="2298700" y="360875"/>
                  <a:pt x="2253175" y="406400"/>
                  <a:pt x="21971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/>
        </p:spPr>
      </p:sp>
      <p:sp>
        <p:nvSpPr>
          <p:cNvPr id="39" name="Text 36"/>
          <p:cNvSpPr/>
          <p:nvPr/>
        </p:nvSpPr>
        <p:spPr>
          <a:xfrm>
            <a:off x="7396460" y="6096000"/>
            <a:ext cx="217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Framework: React Native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9943207" y="4978400"/>
            <a:ext cx="2705100" cy="1625600"/>
          </a:xfrm>
          <a:custGeom>
            <a:avLst/>
            <a:gdLst/>
            <a:ahLst/>
            <a:cxnLst/>
            <a:rect l="l" t="t" r="r" b="b"/>
            <a:pathLst>
              <a:path w="2705100" h="1625600">
                <a:moveTo>
                  <a:pt x="152400" y="0"/>
                </a:moveTo>
                <a:lnTo>
                  <a:pt x="2552700" y="0"/>
                </a:lnTo>
                <a:cubicBezTo>
                  <a:pt x="2636812" y="0"/>
                  <a:pt x="2705100" y="68288"/>
                  <a:pt x="2705100" y="152400"/>
                </a:cubicBezTo>
                <a:lnTo>
                  <a:pt x="2705100" y="1473200"/>
                </a:lnTo>
                <a:cubicBezTo>
                  <a:pt x="2705100" y="1557312"/>
                  <a:pt x="2636812" y="1625600"/>
                  <a:pt x="25527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1" name="Shape 38"/>
          <p:cNvSpPr/>
          <p:nvPr/>
        </p:nvSpPr>
        <p:spPr>
          <a:xfrm>
            <a:off x="10162282" y="5232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00B4AB"/>
          </a:solidFill>
          <a:ln/>
        </p:spPr>
      </p:sp>
      <p:sp>
        <p:nvSpPr>
          <p:cNvPr id="42" name="Text 39"/>
          <p:cNvSpPr/>
          <p:nvPr/>
        </p:nvSpPr>
        <p:spPr>
          <a:xfrm>
            <a:off x="10565507" y="5181600"/>
            <a:ext cx="54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Dart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0146407" y="5638800"/>
            <a:ext cx="238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performance, rich UI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0146407" y="5994400"/>
            <a:ext cx="2298700" cy="406400"/>
          </a:xfrm>
          <a:custGeom>
            <a:avLst/>
            <a:gdLst/>
            <a:ahLst/>
            <a:cxnLst/>
            <a:rect l="l" t="t" r="r" b="b"/>
            <a:pathLst>
              <a:path w="2298700" h="406400">
                <a:moveTo>
                  <a:pt x="101600" y="0"/>
                </a:moveTo>
                <a:lnTo>
                  <a:pt x="2197100" y="0"/>
                </a:lnTo>
                <a:cubicBezTo>
                  <a:pt x="2253175" y="0"/>
                  <a:pt x="2298700" y="45525"/>
                  <a:pt x="2298700" y="101600"/>
                </a:cubicBezTo>
                <a:lnTo>
                  <a:pt x="2298700" y="304800"/>
                </a:lnTo>
                <a:cubicBezTo>
                  <a:pt x="2298700" y="360875"/>
                  <a:pt x="2253175" y="406400"/>
                  <a:pt x="21971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10248007" y="6096000"/>
            <a:ext cx="217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Framework: Flutter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12794754" y="4978400"/>
            <a:ext cx="2705100" cy="1625600"/>
          </a:xfrm>
          <a:custGeom>
            <a:avLst/>
            <a:gdLst/>
            <a:ahLst/>
            <a:cxnLst/>
            <a:rect l="l" t="t" r="r" b="b"/>
            <a:pathLst>
              <a:path w="2705100" h="1625600">
                <a:moveTo>
                  <a:pt x="152400" y="0"/>
                </a:moveTo>
                <a:lnTo>
                  <a:pt x="2552700" y="0"/>
                </a:lnTo>
                <a:cubicBezTo>
                  <a:pt x="2636812" y="0"/>
                  <a:pt x="2705100" y="68288"/>
                  <a:pt x="2705100" y="152400"/>
                </a:cubicBezTo>
                <a:lnTo>
                  <a:pt x="2705100" y="1473200"/>
                </a:lnTo>
                <a:cubicBezTo>
                  <a:pt x="2705100" y="1557312"/>
                  <a:pt x="2636812" y="1625600"/>
                  <a:pt x="2552700" y="1625600"/>
                </a:cubicBezTo>
                <a:lnTo>
                  <a:pt x="152400" y="1625600"/>
                </a:lnTo>
                <a:cubicBezTo>
                  <a:pt x="68288" y="1625600"/>
                  <a:pt x="0" y="1557312"/>
                  <a:pt x="0" y="1473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7" name="Shape 44"/>
          <p:cNvSpPr/>
          <p:nvPr/>
        </p:nvSpPr>
        <p:spPr>
          <a:xfrm>
            <a:off x="13045579" y="5232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15875"/>
                </a:moveTo>
                <a:lnTo>
                  <a:pt x="106462" y="15875"/>
                </a:lnTo>
                <a:lnTo>
                  <a:pt x="106462" y="122337"/>
                </a:lnTo>
                <a:lnTo>
                  <a:pt x="0" y="122337"/>
                </a:lnTo>
                <a:lnTo>
                  <a:pt x="0" y="15875"/>
                </a:lnTo>
                <a:close/>
                <a:moveTo>
                  <a:pt x="115788" y="15875"/>
                </a:moveTo>
                <a:lnTo>
                  <a:pt x="222250" y="15875"/>
                </a:lnTo>
                <a:lnTo>
                  <a:pt x="222250" y="122337"/>
                </a:lnTo>
                <a:lnTo>
                  <a:pt x="115788" y="122337"/>
                </a:lnTo>
                <a:lnTo>
                  <a:pt x="115788" y="15875"/>
                </a:lnTo>
                <a:close/>
                <a:moveTo>
                  <a:pt x="0" y="131663"/>
                </a:moveTo>
                <a:lnTo>
                  <a:pt x="106462" y="131663"/>
                </a:lnTo>
                <a:lnTo>
                  <a:pt x="106462" y="238125"/>
                </a:lnTo>
                <a:lnTo>
                  <a:pt x="0" y="238125"/>
                </a:lnTo>
                <a:lnTo>
                  <a:pt x="0" y="131663"/>
                </a:lnTo>
                <a:close/>
                <a:moveTo>
                  <a:pt x="115788" y="131663"/>
                </a:moveTo>
                <a:lnTo>
                  <a:pt x="222250" y="131663"/>
                </a:lnTo>
                <a:lnTo>
                  <a:pt x="222250" y="238125"/>
                </a:lnTo>
                <a:lnTo>
                  <a:pt x="115788" y="238125"/>
                </a:lnTo>
                <a:lnTo>
                  <a:pt x="115788" y="131663"/>
                </a:lnTo>
                <a:close/>
              </a:path>
            </a:pathLst>
          </a:custGeom>
          <a:solidFill>
            <a:srgbClr val="512BD4"/>
          </a:solidFill>
          <a:ln/>
        </p:spPr>
      </p:sp>
      <p:sp>
        <p:nvSpPr>
          <p:cNvPr id="48" name="Text 45"/>
          <p:cNvSpPr/>
          <p:nvPr/>
        </p:nvSpPr>
        <p:spPr>
          <a:xfrm>
            <a:off x="13417054" y="5181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2997954" y="5638800"/>
            <a:ext cx="238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integration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12997954" y="5994400"/>
            <a:ext cx="2298700" cy="406400"/>
          </a:xfrm>
          <a:custGeom>
            <a:avLst/>
            <a:gdLst/>
            <a:ahLst/>
            <a:cxnLst/>
            <a:rect l="l" t="t" r="r" b="b"/>
            <a:pathLst>
              <a:path w="2298700" h="406400">
                <a:moveTo>
                  <a:pt x="101600" y="0"/>
                </a:moveTo>
                <a:lnTo>
                  <a:pt x="2197100" y="0"/>
                </a:lnTo>
                <a:cubicBezTo>
                  <a:pt x="2253175" y="0"/>
                  <a:pt x="2298700" y="45525"/>
                  <a:pt x="2298700" y="101600"/>
                </a:cubicBezTo>
                <a:lnTo>
                  <a:pt x="2298700" y="304800"/>
                </a:lnTo>
                <a:cubicBezTo>
                  <a:pt x="2298700" y="360875"/>
                  <a:pt x="2253175" y="406400"/>
                  <a:pt x="21971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13099554" y="6096000"/>
            <a:ext cx="217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Framework: Xamarin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812260" y="7823200"/>
            <a:ext cx="8940800" cy="812800"/>
          </a:xfrm>
          <a:custGeom>
            <a:avLst/>
            <a:gdLst/>
            <a:ahLst/>
            <a:cxnLst/>
            <a:rect l="l" t="t" r="r" b="b"/>
            <a:pathLst>
              <a:path w="8940800" h="812800">
                <a:moveTo>
                  <a:pt x="50800" y="0"/>
                </a:moveTo>
                <a:lnTo>
                  <a:pt x="8788400" y="0"/>
                </a:lnTo>
                <a:cubicBezTo>
                  <a:pt x="8872512" y="0"/>
                  <a:pt x="8940800" y="68288"/>
                  <a:pt x="8940800" y="152400"/>
                </a:cubicBezTo>
                <a:lnTo>
                  <a:pt x="8940800" y="660400"/>
                </a:lnTo>
                <a:cubicBezTo>
                  <a:pt x="8940800" y="744512"/>
                  <a:pt x="8872512" y="812800"/>
                  <a:pt x="87884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812260" y="7823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4" name="Shape 51"/>
          <p:cNvSpPr/>
          <p:nvPr/>
        </p:nvSpPr>
        <p:spPr>
          <a:xfrm>
            <a:off x="7015460" y="80073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77788" y="55563"/>
                </a:moveTo>
                <a:cubicBezTo>
                  <a:pt x="77788" y="49429"/>
                  <a:pt x="82767" y="44450"/>
                  <a:pt x="88900" y="44450"/>
                </a:cubicBezTo>
                <a:cubicBezTo>
                  <a:pt x="95033" y="44450"/>
                  <a:pt x="100013" y="49429"/>
                  <a:pt x="100013" y="55563"/>
                </a:cubicBezTo>
                <a:cubicBezTo>
                  <a:pt x="100013" y="61696"/>
                  <a:pt x="95033" y="66675"/>
                  <a:pt x="88900" y="66675"/>
                </a:cubicBezTo>
                <a:cubicBezTo>
                  <a:pt x="82767" y="66675"/>
                  <a:pt x="77788" y="61696"/>
                  <a:pt x="77788" y="55563"/>
                </a:cubicBezTo>
                <a:close/>
                <a:moveTo>
                  <a:pt x="75009" y="77788"/>
                </a:moveTo>
                <a:lnTo>
                  <a:pt x="91678" y="77788"/>
                </a:lnTo>
                <a:cubicBezTo>
                  <a:pt x="96297" y="77788"/>
                  <a:pt x="100013" y="81503"/>
                  <a:pt x="100013" y="86122"/>
                </a:cubicBezTo>
                <a:lnTo>
                  <a:pt x="100013" y="116681"/>
                </a:lnTo>
                <a:lnTo>
                  <a:pt x="102791" y="116681"/>
                </a:lnTo>
                <a:cubicBezTo>
                  <a:pt x="107409" y="116681"/>
                  <a:pt x="111125" y="120397"/>
                  <a:pt x="111125" y="125016"/>
                </a:cubicBezTo>
                <a:cubicBezTo>
                  <a:pt x="111125" y="129634"/>
                  <a:pt x="107409" y="133350"/>
                  <a:pt x="102791" y="133350"/>
                </a:cubicBezTo>
                <a:lnTo>
                  <a:pt x="75009" y="133350"/>
                </a:lnTo>
                <a:cubicBezTo>
                  <a:pt x="70391" y="133350"/>
                  <a:pt x="66675" y="129634"/>
                  <a:pt x="66675" y="125016"/>
                </a:cubicBezTo>
                <a:cubicBezTo>
                  <a:pt x="66675" y="120397"/>
                  <a:pt x="70391" y="116681"/>
                  <a:pt x="75009" y="116681"/>
                </a:cubicBezTo>
                <a:lnTo>
                  <a:pt x="83344" y="116681"/>
                </a:lnTo>
                <a:lnTo>
                  <a:pt x="83344" y="94456"/>
                </a:lnTo>
                <a:lnTo>
                  <a:pt x="75009" y="94456"/>
                </a:lnTo>
                <a:cubicBezTo>
                  <a:pt x="70391" y="94456"/>
                  <a:pt x="66675" y="90741"/>
                  <a:pt x="66675" y="86122"/>
                </a:cubicBezTo>
                <a:cubicBezTo>
                  <a:pt x="66675" y="81503"/>
                  <a:pt x="70391" y="77788"/>
                  <a:pt x="75009" y="7778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5" name="Text 52"/>
          <p:cNvSpPr/>
          <p:nvPr/>
        </p:nvSpPr>
        <p:spPr>
          <a:xfrm>
            <a:off x="7320260" y="7975600"/>
            <a:ext cx="8369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Factor: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language offers unique advantages and trade-offs depending on project requirements, team expertise, and performance needs.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56927" y="6858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508000"/>
            <a:ext cx="7645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70" kern="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Tools &amp; Libraries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774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 Development Frameworks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13208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frameworks provide essential tools and libraries that simplify and accelerate the application development process.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28800"/>
            <a:ext cx="4940300" cy="5892800"/>
          </a:xfrm>
          <a:custGeom>
            <a:avLst/>
            <a:gdLst/>
            <a:ahLst/>
            <a:cxnLst/>
            <a:rect l="l" t="t" r="r" b="b"/>
            <a:pathLst>
              <a:path w="4940300" h="5892800">
                <a:moveTo>
                  <a:pt x="203195" y="0"/>
                </a:moveTo>
                <a:lnTo>
                  <a:pt x="4737105" y="0"/>
                </a:lnTo>
                <a:cubicBezTo>
                  <a:pt x="4849327" y="0"/>
                  <a:pt x="4940300" y="90973"/>
                  <a:pt x="4940300" y="203195"/>
                </a:cubicBezTo>
                <a:lnTo>
                  <a:pt x="4940300" y="5689605"/>
                </a:lnTo>
                <a:cubicBezTo>
                  <a:pt x="4940300" y="5801827"/>
                  <a:pt x="4849327" y="5892800"/>
                  <a:pt x="4737105" y="5892800"/>
                </a:cubicBezTo>
                <a:lnTo>
                  <a:pt x="203195" y="5892800"/>
                </a:lnTo>
                <a:cubicBezTo>
                  <a:pt x="90973" y="5892800"/>
                  <a:pt x="0" y="5801827"/>
                  <a:pt x="0" y="56896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2082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03197" y="0"/>
                </a:moveTo>
                <a:lnTo>
                  <a:pt x="508003" y="0"/>
                </a:lnTo>
                <a:cubicBezTo>
                  <a:pt x="620226" y="0"/>
                  <a:pt x="711200" y="90974"/>
                  <a:pt x="711200" y="203197"/>
                </a:cubicBezTo>
                <a:lnTo>
                  <a:pt x="711200" y="508003"/>
                </a:lnTo>
                <a:cubicBezTo>
                  <a:pt x="711200" y="620226"/>
                  <a:pt x="620226" y="711200"/>
                  <a:pt x="508003" y="711200"/>
                </a:cubicBezTo>
                <a:lnTo>
                  <a:pt x="203197" y="711200"/>
                </a:lnTo>
                <a:cubicBezTo>
                  <a:pt x="90974" y="711200"/>
                  <a:pt x="0" y="620226"/>
                  <a:pt x="0" y="508003"/>
                </a:cubicBezTo>
                <a:lnTo>
                  <a:pt x="0" y="203197"/>
                </a:lnTo>
                <a:cubicBezTo>
                  <a:pt x="0" y="91050"/>
                  <a:pt x="91050" y="0"/>
                  <a:pt x="203197" y="0"/>
                </a:cubicBez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9" name="Shape 7"/>
          <p:cNvSpPr/>
          <p:nvPr/>
        </p:nvSpPr>
        <p:spPr>
          <a:xfrm>
            <a:off x="930275" y="2247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11200" y="131862"/>
                </a:moveTo>
                <a:cubicBezTo>
                  <a:pt x="307181" y="130522"/>
                  <a:pt x="303163" y="129257"/>
                  <a:pt x="299145" y="128067"/>
                </a:cubicBezTo>
                <a:cubicBezTo>
                  <a:pt x="299814" y="125313"/>
                  <a:pt x="300410" y="122560"/>
                  <a:pt x="301005" y="119807"/>
                </a:cubicBezTo>
                <a:cubicBezTo>
                  <a:pt x="310158" y="75456"/>
                  <a:pt x="304130" y="39812"/>
                  <a:pt x="283815" y="28054"/>
                </a:cubicBezTo>
                <a:cubicBezTo>
                  <a:pt x="264244" y="16818"/>
                  <a:pt x="232321" y="28501"/>
                  <a:pt x="200025" y="56629"/>
                </a:cubicBezTo>
                <a:cubicBezTo>
                  <a:pt x="196825" y="59382"/>
                  <a:pt x="193700" y="62285"/>
                  <a:pt x="190723" y="65187"/>
                </a:cubicBezTo>
                <a:cubicBezTo>
                  <a:pt x="188714" y="63252"/>
                  <a:pt x="186630" y="61317"/>
                  <a:pt x="184547" y="59457"/>
                </a:cubicBezTo>
                <a:cubicBezTo>
                  <a:pt x="150688" y="29394"/>
                  <a:pt x="116756" y="16743"/>
                  <a:pt x="96441" y="28575"/>
                </a:cubicBezTo>
                <a:cubicBezTo>
                  <a:pt x="76944" y="39886"/>
                  <a:pt x="71140" y="73447"/>
                  <a:pt x="79325" y="115416"/>
                </a:cubicBezTo>
                <a:cubicBezTo>
                  <a:pt x="80144" y="119583"/>
                  <a:pt x="81037" y="123676"/>
                  <a:pt x="82079" y="127843"/>
                </a:cubicBezTo>
                <a:cubicBezTo>
                  <a:pt x="77316" y="129183"/>
                  <a:pt x="72628" y="130671"/>
                  <a:pt x="68238" y="132234"/>
                </a:cubicBezTo>
                <a:cubicBezTo>
                  <a:pt x="28501" y="146000"/>
                  <a:pt x="0" y="167729"/>
                  <a:pt x="0" y="190202"/>
                </a:cubicBezTo>
                <a:cubicBezTo>
                  <a:pt x="0" y="213420"/>
                  <a:pt x="30361" y="236711"/>
                  <a:pt x="71661" y="250850"/>
                </a:cubicBezTo>
                <a:cubicBezTo>
                  <a:pt x="75009" y="251966"/>
                  <a:pt x="78358" y="253082"/>
                  <a:pt x="81781" y="254050"/>
                </a:cubicBezTo>
                <a:cubicBezTo>
                  <a:pt x="80665" y="258514"/>
                  <a:pt x="79697" y="262905"/>
                  <a:pt x="78804" y="267444"/>
                </a:cubicBezTo>
                <a:cubicBezTo>
                  <a:pt x="70991" y="308744"/>
                  <a:pt x="77093" y="341486"/>
                  <a:pt x="96589" y="352723"/>
                </a:cubicBezTo>
                <a:cubicBezTo>
                  <a:pt x="116681" y="364331"/>
                  <a:pt x="150465" y="352425"/>
                  <a:pt x="183356" y="323627"/>
                </a:cubicBezTo>
                <a:cubicBezTo>
                  <a:pt x="185961" y="321320"/>
                  <a:pt x="188565" y="318939"/>
                  <a:pt x="191170" y="316409"/>
                </a:cubicBezTo>
                <a:cubicBezTo>
                  <a:pt x="194444" y="319608"/>
                  <a:pt x="197867" y="322659"/>
                  <a:pt x="201290" y="325636"/>
                </a:cubicBezTo>
                <a:cubicBezTo>
                  <a:pt x="233139" y="353020"/>
                  <a:pt x="264616" y="364108"/>
                  <a:pt x="284038" y="352871"/>
                </a:cubicBezTo>
                <a:cubicBezTo>
                  <a:pt x="304130" y="341263"/>
                  <a:pt x="310679" y="306065"/>
                  <a:pt x="302196" y="263203"/>
                </a:cubicBezTo>
                <a:cubicBezTo>
                  <a:pt x="301526" y="259928"/>
                  <a:pt x="300782" y="256580"/>
                  <a:pt x="299963" y="253157"/>
                </a:cubicBezTo>
                <a:cubicBezTo>
                  <a:pt x="302344" y="252487"/>
                  <a:pt x="304651" y="251743"/>
                  <a:pt x="306958" y="250999"/>
                </a:cubicBezTo>
                <a:cubicBezTo>
                  <a:pt x="349895" y="236786"/>
                  <a:pt x="381000" y="213792"/>
                  <a:pt x="381000" y="190202"/>
                </a:cubicBezTo>
                <a:cubicBezTo>
                  <a:pt x="381000" y="167655"/>
                  <a:pt x="351681" y="145777"/>
                  <a:pt x="311200" y="131862"/>
                </a:cubicBezTo>
                <a:close/>
                <a:moveTo>
                  <a:pt x="210517" y="68684"/>
                </a:moveTo>
                <a:cubicBezTo>
                  <a:pt x="238199" y="44574"/>
                  <a:pt x="264021" y="35123"/>
                  <a:pt x="275779" y="41895"/>
                </a:cubicBezTo>
                <a:cubicBezTo>
                  <a:pt x="288354" y="49113"/>
                  <a:pt x="293191" y="78284"/>
                  <a:pt x="285304" y="116607"/>
                </a:cubicBezTo>
                <a:cubicBezTo>
                  <a:pt x="284783" y="119137"/>
                  <a:pt x="284262" y="121593"/>
                  <a:pt x="283592" y="124048"/>
                </a:cubicBezTo>
                <a:cubicBezTo>
                  <a:pt x="267072" y="120328"/>
                  <a:pt x="250329" y="117649"/>
                  <a:pt x="233511" y="116160"/>
                </a:cubicBezTo>
                <a:cubicBezTo>
                  <a:pt x="223837" y="102319"/>
                  <a:pt x="213271" y="89074"/>
                  <a:pt x="201811" y="76646"/>
                </a:cubicBezTo>
                <a:cubicBezTo>
                  <a:pt x="204713" y="73893"/>
                  <a:pt x="207541" y="71289"/>
                  <a:pt x="210517" y="68684"/>
                </a:cubicBezTo>
                <a:close/>
                <a:moveTo>
                  <a:pt x="124420" y="228823"/>
                </a:moveTo>
                <a:cubicBezTo>
                  <a:pt x="128215" y="235297"/>
                  <a:pt x="132085" y="241771"/>
                  <a:pt x="136178" y="248096"/>
                </a:cubicBezTo>
                <a:cubicBezTo>
                  <a:pt x="124569" y="246831"/>
                  <a:pt x="113035" y="244971"/>
                  <a:pt x="101650" y="242515"/>
                </a:cubicBezTo>
                <a:cubicBezTo>
                  <a:pt x="104924" y="231800"/>
                  <a:pt x="109017" y="220712"/>
                  <a:pt x="113779" y="209401"/>
                </a:cubicBezTo>
                <a:cubicBezTo>
                  <a:pt x="117202" y="215950"/>
                  <a:pt x="120700" y="222424"/>
                  <a:pt x="124420" y="228823"/>
                </a:cubicBezTo>
                <a:close/>
                <a:moveTo>
                  <a:pt x="101873" y="139303"/>
                </a:moveTo>
                <a:cubicBezTo>
                  <a:pt x="112588" y="136922"/>
                  <a:pt x="123974" y="134987"/>
                  <a:pt x="135806" y="133499"/>
                </a:cubicBezTo>
                <a:cubicBezTo>
                  <a:pt x="131862" y="139675"/>
                  <a:pt x="127992" y="146000"/>
                  <a:pt x="124346" y="152400"/>
                </a:cubicBezTo>
                <a:cubicBezTo>
                  <a:pt x="120700" y="158725"/>
                  <a:pt x="117128" y="165199"/>
                  <a:pt x="113779" y="171748"/>
                </a:cubicBezTo>
                <a:cubicBezTo>
                  <a:pt x="109091" y="160660"/>
                  <a:pt x="105147" y="149796"/>
                  <a:pt x="101873" y="139303"/>
                </a:cubicBezTo>
                <a:close/>
                <a:moveTo>
                  <a:pt x="122262" y="190574"/>
                </a:moveTo>
                <a:cubicBezTo>
                  <a:pt x="127174" y="180305"/>
                  <a:pt x="132531" y="170259"/>
                  <a:pt x="138187" y="160362"/>
                </a:cubicBezTo>
                <a:cubicBezTo>
                  <a:pt x="143842" y="150465"/>
                  <a:pt x="149944" y="140866"/>
                  <a:pt x="156344" y="131415"/>
                </a:cubicBezTo>
                <a:cubicBezTo>
                  <a:pt x="167506" y="130597"/>
                  <a:pt x="178891" y="130150"/>
                  <a:pt x="190500" y="130150"/>
                </a:cubicBezTo>
                <a:cubicBezTo>
                  <a:pt x="202109" y="130150"/>
                  <a:pt x="213568" y="130597"/>
                  <a:pt x="224656" y="131415"/>
                </a:cubicBezTo>
                <a:cubicBezTo>
                  <a:pt x="230981" y="140791"/>
                  <a:pt x="237009" y="150391"/>
                  <a:pt x="242739" y="160213"/>
                </a:cubicBezTo>
                <a:cubicBezTo>
                  <a:pt x="248469" y="170036"/>
                  <a:pt x="253826" y="180082"/>
                  <a:pt x="258887" y="190277"/>
                </a:cubicBezTo>
                <a:cubicBezTo>
                  <a:pt x="253901" y="200546"/>
                  <a:pt x="248543" y="210666"/>
                  <a:pt x="242813" y="220638"/>
                </a:cubicBezTo>
                <a:cubicBezTo>
                  <a:pt x="237158" y="230535"/>
                  <a:pt x="231130" y="240134"/>
                  <a:pt x="224805" y="249659"/>
                </a:cubicBezTo>
                <a:cubicBezTo>
                  <a:pt x="213717" y="250478"/>
                  <a:pt x="202183" y="250850"/>
                  <a:pt x="190500" y="250850"/>
                </a:cubicBezTo>
                <a:cubicBezTo>
                  <a:pt x="178817" y="250850"/>
                  <a:pt x="167506" y="250478"/>
                  <a:pt x="156567" y="249808"/>
                </a:cubicBezTo>
                <a:cubicBezTo>
                  <a:pt x="150093" y="240357"/>
                  <a:pt x="143991" y="230684"/>
                  <a:pt x="138261" y="220787"/>
                </a:cubicBezTo>
                <a:cubicBezTo>
                  <a:pt x="132531" y="210889"/>
                  <a:pt x="127248" y="200844"/>
                  <a:pt x="122262" y="190574"/>
                </a:cubicBezTo>
                <a:close/>
                <a:moveTo>
                  <a:pt x="256654" y="228674"/>
                </a:moveTo>
                <a:cubicBezTo>
                  <a:pt x="260449" y="222126"/>
                  <a:pt x="264021" y="215503"/>
                  <a:pt x="267519" y="208806"/>
                </a:cubicBezTo>
                <a:cubicBezTo>
                  <a:pt x="272281" y="219596"/>
                  <a:pt x="276448" y="230535"/>
                  <a:pt x="280095" y="241771"/>
                </a:cubicBezTo>
                <a:cubicBezTo>
                  <a:pt x="268560" y="244376"/>
                  <a:pt x="256877" y="246385"/>
                  <a:pt x="245120" y="247724"/>
                </a:cubicBezTo>
                <a:cubicBezTo>
                  <a:pt x="249138" y="241474"/>
                  <a:pt x="252933" y="235074"/>
                  <a:pt x="256654" y="228674"/>
                </a:cubicBezTo>
                <a:close/>
                <a:moveTo>
                  <a:pt x="267370" y="171748"/>
                </a:moveTo>
                <a:cubicBezTo>
                  <a:pt x="263872" y="165199"/>
                  <a:pt x="260300" y="158651"/>
                  <a:pt x="256580" y="152251"/>
                </a:cubicBezTo>
                <a:cubicBezTo>
                  <a:pt x="252933" y="145926"/>
                  <a:pt x="249138" y="139675"/>
                  <a:pt x="245194" y="133499"/>
                </a:cubicBezTo>
                <a:cubicBezTo>
                  <a:pt x="257175" y="134987"/>
                  <a:pt x="268635" y="136996"/>
                  <a:pt x="279350" y="139452"/>
                </a:cubicBezTo>
                <a:cubicBezTo>
                  <a:pt x="275927" y="150465"/>
                  <a:pt x="271909" y="161181"/>
                  <a:pt x="267370" y="171748"/>
                </a:cubicBezTo>
                <a:close/>
                <a:moveTo>
                  <a:pt x="190649" y="88032"/>
                </a:moveTo>
                <a:cubicBezTo>
                  <a:pt x="198462" y="96515"/>
                  <a:pt x="205829" y="105445"/>
                  <a:pt x="212675" y="114672"/>
                </a:cubicBezTo>
                <a:cubicBezTo>
                  <a:pt x="197941" y="114002"/>
                  <a:pt x="183133" y="114002"/>
                  <a:pt x="168399" y="114672"/>
                </a:cubicBezTo>
                <a:cubicBezTo>
                  <a:pt x="175692" y="105073"/>
                  <a:pt x="183207" y="96143"/>
                  <a:pt x="190649" y="88032"/>
                </a:cubicBezTo>
                <a:close/>
                <a:moveTo>
                  <a:pt x="104329" y="42416"/>
                </a:moveTo>
                <a:cubicBezTo>
                  <a:pt x="116830" y="35123"/>
                  <a:pt x="144587" y="45541"/>
                  <a:pt x="173831" y="71438"/>
                </a:cubicBezTo>
                <a:cubicBezTo>
                  <a:pt x="175692" y="73075"/>
                  <a:pt x="177552" y="74861"/>
                  <a:pt x="179487" y="76646"/>
                </a:cubicBezTo>
                <a:cubicBezTo>
                  <a:pt x="167953" y="89074"/>
                  <a:pt x="157311" y="102319"/>
                  <a:pt x="147563" y="116160"/>
                </a:cubicBezTo>
                <a:cubicBezTo>
                  <a:pt x="130746" y="117649"/>
                  <a:pt x="114077" y="120253"/>
                  <a:pt x="97557" y="123899"/>
                </a:cubicBezTo>
                <a:cubicBezTo>
                  <a:pt x="96589" y="120104"/>
                  <a:pt x="95771" y="116235"/>
                  <a:pt x="94952" y="112365"/>
                </a:cubicBezTo>
                <a:cubicBezTo>
                  <a:pt x="87957" y="76349"/>
                  <a:pt x="92571" y="49188"/>
                  <a:pt x="104329" y="42416"/>
                </a:cubicBezTo>
                <a:close/>
                <a:moveTo>
                  <a:pt x="86097" y="238571"/>
                </a:moveTo>
                <a:cubicBezTo>
                  <a:pt x="82972" y="237679"/>
                  <a:pt x="79921" y="236711"/>
                  <a:pt x="76870" y="235669"/>
                </a:cubicBezTo>
                <a:cubicBezTo>
                  <a:pt x="61020" y="230684"/>
                  <a:pt x="43011" y="222796"/>
                  <a:pt x="29989" y="212452"/>
                </a:cubicBezTo>
                <a:cubicBezTo>
                  <a:pt x="22473" y="207243"/>
                  <a:pt x="17413" y="199206"/>
                  <a:pt x="15999" y="190202"/>
                </a:cubicBezTo>
                <a:cubicBezTo>
                  <a:pt x="15999" y="176585"/>
                  <a:pt x="39514" y="159172"/>
                  <a:pt x="73447" y="147340"/>
                </a:cubicBezTo>
                <a:cubicBezTo>
                  <a:pt x="77688" y="145852"/>
                  <a:pt x="82004" y="144512"/>
                  <a:pt x="86320" y="143247"/>
                </a:cubicBezTo>
                <a:cubicBezTo>
                  <a:pt x="91380" y="159395"/>
                  <a:pt x="97482" y="175245"/>
                  <a:pt x="104552" y="190574"/>
                </a:cubicBezTo>
                <a:cubicBezTo>
                  <a:pt x="97408" y="206127"/>
                  <a:pt x="91232" y="222200"/>
                  <a:pt x="86097" y="238571"/>
                </a:cubicBezTo>
                <a:close/>
                <a:moveTo>
                  <a:pt x="172864" y="311497"/>
                </a:moveTo>
                <a:cubicBezTo>
                  <a:pt x="160586" y="322734"/>
                  <a:pt x="146372" y="331663"/>
                  <a:pt x="130894" y="337765"/>
                </a:cubicBezTo>
                <a:cubicBezTo>
                  <a:pt x="122634" y="341709"/>
                  <a:pt x="113109" y="342081"/>
                  <a:pt x="104626" y="338733"/>
                </a:cubicBezTo>
                <a:cubicBezTo>
                  <a:pt x="92794" y="331887"/>
                  <a:pt x="87883" y="305619"/>
                  <a:pt x="94580" y="270272"/>
                </a:cubicBezTo>
                <a:cubicBezTo>
                  <a:pt x="95399" y="266105"/>
                  <a:pt x="96292" y="261938"/>
                  <a:pt x="97334" y="257845"/>
                </a:cubicBezTo>
                <a:cubicBezTo>
                  <a:pt x="114002" y="261417"/>
                  <a:pt x="130820" y="263872"/>
                  <a:pt x="147861" y="265137"/>
                </a:cubicBezTo>
                <a:cubicBezTo>
                  <a:pt x="157683" y="279053"/>
                  <a:pt x="168473" y="292373"/>
                  <a:pt x="180008" y="304874"/>
                </a:cubicBezTo>
                <a:cubicBezTo>
                  <a:pt x="177626" y="307181"/>
                  <a:pt x="175245" y="309414"/>
                  <a:pt x="172864" y="311497"/>
                </a:cubicBezTo>
                <a:close/>
                <a:moveTo>
                  <a:pt x="191095" y="293415"/>
                </a:moveTo>
                <a:cubicBezTo>
                  <a:pt x="183505" y="285229"/>
                  <a:pt x="175915" y="276151"/>
                  <a:pt x="168548" y="266402"/>
                </a:cubicBezTo>
                <a:cubicBezTo>
                  <a:pt x="175692" y="266700"/>
                  <a:pt x="183059" y="266849"/>
                  <a:pt x="190500" y="266849"/>
                </a:cubicBezTo>
                <a:cubicBezTo>
                  <a:pt x="198165" y="266849"/>
                  <a:pt x="205680" y="266700"/>
                  <a:pt x="213122" y="266328"/>
                </a:cubicBezTo>
                <a:cubicBezTo>
                  <a:pt x="206276" y="275779"/>
                  <a:pt x="198909" y="284783"/>
                  <a:pt x="191095" y="293415"/>
                </a:cubicBezTo>
                <a:close/>
                <a:moveTo>
                  <a:pt x="288354" y="315739"/>
                </a:moveTo>
                <a:cubicBezTo>
                  <a:pt x="287685" y="324817"/>
                  <a:pt x="283220" y="333301"/>
                  <a:pt x="276076" y="339030"/>
                </a:cubicBezTo>
                <a:cubicBezTo>
                  <a:pt x="264244" y="345877"/>
                  <a:pt x="239018" y="336947"/>
                  <a:pt x="211782" y="313581"/>
                </a:cubicBezTo>
                <a:cubicBezTo>
                  <a:pt x="208657" y="310902"/>
                  <a:pt x="205532" y="308000"/>
                  <a:pt x="202332" y="305023"/>
                </a:cubicBezTo>
                <a:cubicBezTo>
                  <a:pt x="213717" y="292447"/>
                  <a:pt x="224210" y="279127"/>
                  <a:pt x="233735" y="265137"/>
                </a:cubicBezTo>
                <a:cubicBezTo>
                  <a:pt x="250775" y="263723"/>
                  <a:pt x="267742" y="261119"/>
                  <a:pt x="284485" y="257324"/>
                </a:cubicBezTo>
                <a:cubicBezTo>
                  <a:pt x="285229" y="260375"/>
                  <a:pt x="285899" y="263426"/>
                  <a:pt x="286494" y="266402"/>
                </a:cubicBezTo>
                <a:cubicBezTo>
                  <a:pt x="290140" y="282476"/>
                  <a:pt x="290736" y="299219"/>
                  <a:pt x="288354" y="315739"/>
                </a:cubicBezTo>
                <a:close/>
                <a:moveTo>
                  <a:pt x="301898" y="235744"/>
                </a:moveTo>
                <a:cubicBezTo>
                  <a:pt x="299814" y="236413"/>
                  <a:pt x="297731" y="237083"/>
                  <a:pt x="295573" y="237679"/>
                </a:cubicBezTo>
                <a:cubicBezTo>
                  <a:pt x="290364" y="221456"/>
                  <a:pt x="283964" y="205606"/>
                  <a:pt x="276597" y="190202"/>
                </a:cubicBezTo>
                <a:cubicBezTo>
                  <a:pt x="283741" y="175022"/>
                  <a:pt x="289768" y="159395"/>
                  <a:pt x="294829" y="143396"/>
                </a:cubicBezTo>
                <a:cubicBezTo>
                  <a:pt x="298698" y="144512"/>
                  <a:pt x="302419" y="145703"/>
                  <a:pt x="305991" y="146893"/>
                </a:cubicBezTo>
                <a:cubicBezTo>
                  <a:pt x="340668" y="158800"/>
                  <a:pt x="365001" y="176510"/>
                  <a:pt x="365001" y="190054"/>
                </a:cubicBezTo>
                <a:cubicBezTo>
                  <a:pt x="365001" y="204639"/>
                  <a:pt x="339030" y="223465"/>
                  <a:pt x="301898" y="235744"/>
                </a:cubicBezTo>
                <a:close/>
                <a:moveTo>
                  <a:pt x="190500" y="224582"/>
                </a:moveTo>
                <a:cubicBezTo>
                  <a:pt x="209310" y="224582"/>
                  <a:pt x="224582" y="209310"/>
                  <a:pt x="224582" y="190500"/>
                </a:cubicBezTo>
                <a:cubicBezTo>
                  <a:pt x="224582" y="171690"/>
                  <a:pt x="209310" y="156418"/>
                  <a:pt x="190500" y="156418"/>
                </a:cubicBezTo>
                <a:cubicBezTo>
                  <a:pt x="171690" y="156418"/>
                  <a:pt x="156418" y="171690"/>
                  <a:pt x="156418" y="190500"/>
                </a:cubicBezTo>
                <a:cubicBezTo>
                  <a:pt x="156418" y="209310"/>
                  <a:pt x="171690" y="224582"/>
                  <a:pt x="190500" y="2245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625600" y="21082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Native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25600" y="25146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 Framework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2997200"/>
            <a:ext cx="4432300" cy="889000"/>
          </a:xfrm>
          <a:custGeom>
            <a:avLst/>
            <a:gdLst/>
            <a:ahLst/>
            <a:cxnLst/>
            <a:rect l="l" t="t" r="r" b="b"/>
            <a:pathLst>
              <a:path w="4432300" h="889000">
                <a:moveTo>
                  <a:pt x="152401" y="0"/>
                </a:moveTo>
                <a:lnTo>
                  <a:pt x="4279899" y="0"/>
                </a:lnTo>
                <a:cubicBezTo>
                  <a:pt x="4364068" y="0"/>
                  <a:pt x="4432300" y="68232"/>
                  <a:pt x="4432300" y="152401"/>
                </a:cubicBezTo>
                <a:lnTo>
                  <a:pt x="4432300" y="736599"/>
                </a:lnTo>
                <a:cubicBezTo>
                  <a:pt x="4432300" y="820768"/>
                  <a:pt x="4364068" y="889000"/>
                  <a:pt x="4279899" y="889000"/>
                </a:cubicBezTo>
                <a:lnTo>
                  <a:pt x="152401" y="889000"/>
                </a:lnTo>
                <a:cubicBezTo>
                  <a:pt x="68232" y="889000"/>
                  <a:pt x="0" y="820768"/>
                  <a:pt x="0" y="7365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61DAFB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49600"/>
            <a:ext cx="421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developers to build applications using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near-native performance.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4700" y="40830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" y="4032250"/>
            <a:ext cx="205859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Near-native performance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4700" y="44386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" y="4387850"/>
            <a:ext cx="218499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community support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74700" y="47942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19" name="Text 17"/>
          <p:cNvSpPr/>
          <p:nvPr/>
        </p:nvSpPr>
        <p:spPr>
          <a:xfrm>
            <a:off x="1117600" y="4743450"/>
            <a:ext cx="15024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Hot reload feature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4700" y="51498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61DAFB"/>
          </a:solidFill>
          <a:ln/>
        </p:spPr>
      </p:sp>
      <p:sp>
        <p:nvSpPr>
          <p:cNvPr id="21" name="Text 19"/>
          <p:cNvSpPr/>
          <p:nvPr/>
        </p:nvSpPr>
        <p:spPr>
          <a:xfrm>
            <a:off x="1117600" y="5099050"/>
            <a:ext cx="14338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ecosystem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505450"/>
            <a:ext cx="4432300" cy="558800"/>
          </a:xfrm>
          <a:custGeom>
            <a:avLst/>
            <a:gdLst/>
            <a:ahLst/>
            <a:cxnLst/>
            <a:rect l="l" t="t" r="r" b="b"/>
            <a:pathLst>
              <a:path w="4432300" h="558800">
                <a:moveTo>
                  <a:pt x="152402" y="0"/>
                </a:moveTo>
                <a:lnTo>
                  <a:pt x="4279898" y="0"/>
                </a:lnTo>
                <a:cubicBezTo>
                  <a:pt x="4364068" y="0"/>
                  <a:pt x="4432300" y="68232"/>
                  <a:pt x="4432300" y="152402"/>
                </a:cubicBezTo>
                <a:lnTo>
                  <a:pt x="4432300" y="406398"/>
                </a:lnTo>
                <a:cubicBezTo>
                  <a:pt x="4432300" y="490568"/>
                  <a:pt x="4364068" y="558800"/>
                  <a:pt x="4279898" y="558800"/>
                </a:cubicBezTo>
                <a:lnTo>
                  <a:pt x="152402" y="558800"/>
                </a:lnTo>
                <a:cubicBezTo>
                  <a:pt x="68232" y="558800"/>
                  <a:pt x="0" y="490568"/>
                  <a:pt x="0" y="4063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869950" y="565785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 Flexibility &amp; Ecosystem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55667" y="1828800"/>
            <a:ext cx="4940300" cy="5892800"/>
          </a:xfrm>
          <a:custGeom>
            <a:avLst/>
            <a:gdLst/>
            <a:ahLst/>
            <a:cxnLst/>
            <a:rect l="l" t="t" r="r" b="b"/>
            <a:pathLst>
              <a:path w="4940300" h="5892800">
                <a:moveTo>
                  <a:pt x="203195" y="0"/>
                </a:moveTo>
                <a:lnTo>
                  <a:pt x="4737105" y="0"/>
                </a:lnTo>
                <a:cubicBezTo>
                  <a:pt x="4849327" y="0"/>
                  <a:pt x="4940300" y="90973"/>
                  <a:pt x="4940300" y="203195"/>
                </a:cubicBezTo>
                <a:lnTo>
                  <a:pt x="4940300" y="5689605"/>
                </a:lnTo>
                <a:cubicBezTo>
                  <a:pt x="4940300" y="5801827"/>
                  <a:pt x="4849327" y="5892800"/>
                  <a:pt x="4737105" y="5892800"/>
                </a:cubicBezTo>
                <a:lnTo>
                  <a:pt x="203195" y="5892800"/>
                </a:lnTo>
                <a:cubicBezTo>
                  <a:pt x="90973" y="5892800"/>
                  <a:pt x="0" y="5801827"/>
                  <a:pt x="0" y="56896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09667" y="2082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03197" y="0"/>
                </a:moveTo>
                <a:lnTo>
                  <a:pt x="508003" y="0"/>
                </a:lnTo>
                <a:cubicBezTo>
                  <a:pt x="620226" y="0"/>
                  <a:pt x="711200" y="90974"/>
                  <a:pt x="711200" y="203197"/>
                </a:cubicBezTo>
                <a:lnTo>
                  <a:pt x="711200" y="508003"/>
                </a:lnTo>
                <a:cubicBezTo>
                  <a:pt x="711200" y="620226"/>
                  <a:pt x="620226" y="711200"/>
                  <a:pt x="508003" y="711200"/>
                </a:cubicBezTo>
                <a:lnTo>
                  <a:pt x="203197" y="711200"/>
                </a:lnTo>
                <a:cubicBezTo>
                  <a:pt x="90974" y="711200"/>
                  <a:pt x="0" y="620226"/>
                  <a:pt x="0" y="508003"/>
                </a:cubicBezTo>
                <a:lnTo>
                  <a:pt x="0" y="203197"/>
                </a:lnTo>
                <a:cubicBezTo>
                  <a:pt x="0" y="91050"/>
                  <a:pt x="91050" y="0"/>
                  <a:pt x="203197" y="0"/>
                </a:cubicBezTo>
                <a:close/>
              </a:path>
            </a:pathLst>
          </a:custGeom>
          <a:solidFill>
            <a:srgbClr val="02569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12867" y="228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52400"/>
                </a:moveTo>
                <a:cubicBezTo>
                  <a:pt x="304800" y="152936"/>
                  <a:pt x="304800" y="153472"/>
                  <a:pt x="304800" y="154007"/>
                </a:cubicBezTo>
                <a:cubicBezTo>
                  <a:pt x="304562" y="175736"/>
                  <a:pt x="284797" y="190500"/>
                  <a:pt x="263069" y="190500"/>
                </a:cubicBezTo>
                <a:lnTo>
                  <a:pt x="204787" y="190500"/>
                </a:lnTo>
                <a:cubicBezTo>
                  <a:pt x="189012" y="190500"/>
                  <a:pt x="176212" y="203299"/>
                  <a:pt x="176212" y="219075"/>
                </a:cubicBezTo>
                <a:cubicBezTo>
                  <a:pt x="176212" y="221099"/>
                  <a:pt x="176451" y="223064"/>
                  <a:pt x="176808" y="224969"/>
                </a:cubicBezTo>
                <a:cubicBezTo>
                  <a:pt x="178058" y="231041"/>
                  <a:pt x="180677" y="236875"/>
                  <a:pt x="183237" y="242768"/>
                </a:cubicBezTo>
                <a:cubicBezTo>
                  <a:pt x="186869" y="250984"/>
                  <a:pt x="190440" y="259140"/>
                  <a:pt x="190440" y="267772"/>
                </a:cubicBezTo>
                <a:cubicBezTo>
                  <a:pt x="190440" y="286702"/>
                  <a:pt x="177582" y="303907"/>
                  <a:pt x="158651" y="304681"/>
                </a:cubicBezTo>
                <a:cubicBezTo>
                  <a:pt x="156567" y="304740"/>
                  <a:pt x="154484" y="304800"/>
                  <a:pt x="152340" y="304800"/>
                </a:cubicBezTo>
                <a:cubicBezTo>
                  <a:pt x="68163" y="304800"/>
                  <a:pt x="-60" y="236577"/>
                  <a:pt x="-60" y="152400"/>
                </a:cubicBezTo>
                <a:cubicBezTo>
                  <a:pt x="-60" y="68223"/>
                  <a:pt x="68223" y="0"/>
                  <a:pt x="152400" y="0"/>
                </a:cubicBezTo>
                <a:cubicBezTo>
                  <a:pt x="236577" y="0"/>
                  <a:pt x="304800" y="68223"/>
                  <a:pt x="304800" y="152400"/>
                </a:cubicBezTo>
                <a:close/>
                <a:moveTo>
                  <a:pt x="76200" y="171450"/>
                </a:moveTo>
                <a:cubicBezTo>
                  <a:pt x="76200" y="160936"/>
                  <a:pt x="67664" y="152400"/>
                  <a:pt x="57150" y="152400"/>
                </a:cubicBezTo>
                <a:cubicBezTo>
                  <a:pt x="46636" y="152400"/>
                  <a:pt x="38100" y="160936"/>
                  <a:pt x="38100" y="171450"/>
                </a:cubicBezTo>
                <a:cubicBezTo>
                  <a:pt x="38100" y="181964"/>
                  <a:pt x="46636" y="190500"/>
                  <a:pt x="57150" y="190500"/>
                </a:cubicBezTo>
                <a:cubicBezTo>
                  <a:pt x="67664" y="190500"/>
                  <a:pt x="76200" y="181964"/>
                  <a:pt x="76200" y="171450"/>
                </a:cubicBezTo>
                <a:close/>
                <a:moveTo>
                  <a:pt x="76200" y="114300"/>
                </a:moveTo>
                <a:cubicBezTo>
                  <a:pt x="86714" y="114300"/>
                  <a:pt x="95250" y="105764"/>
                  <a:pt x="95250" y="95250"/>
                </a:cubicBezTo>
                <a:cubicBezTo>
                  <a:pt x="95250" y="84736"/>
                  <a:pt x="86714" y="76200"/>
                  <a:pt x="76200" y="76200"/>
                </a:cubicBezTo>
                <a:cubicBezTo>
                  <a:pt x="65686" y="76200"/>
                  <a:pt x="57150" y="84736"/>
                  <a:pt x="57150" y="95250"/>
                </a:cubicBezTo>
                <a:cubicBezTo>
                  <a:pt x="57150" y="105764"/>
                  <a:pt x="65686" y="114300"/>
                  <a:pt x="76200" y="1143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228600" y="114300"/>
                </a:moveTo>
                <a:cubicBezTo>
                  <a:pt x="239114" y="114300"/>
                  <a:pt x="247650" y="105764"/>
                  <a:pt x="247650" y="95250"/>
                </a:cubicBezTo>
                <a:cubicBezTo>
                  <a:pt x="247650" y="84736"/>
                  <a:pt x="239114" y="76200"/>
                  <a:pt x="228600" y="76200"/>
                </a:cubicBezTo>
                <a:cubicBezTo>
                  <a:pt x="218086" y="76200"/>
                  <a:pt x="209550" y="84736"/>
                  <a:pt x="209550" y="95250"/>
                </a:cubicBezTo>
                <a:cubicBezTo>
                  <a:pt x="209550" y="105764"/>
                  <a:pt x="218086" y="114300"/>
                  <a:pt x="22860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773267" y="2108200"/>
            <a:ext cx="1409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Flutter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73267" y="2514600"/>
            <a:ext cx="134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Dart Framework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09667" y="2997200"/>
            <a:ext cx="4432300" cy="889000"/>
          </a:xfrm>
          <a:custGeom>
            <a:avLst/>
            <a:gdLst/>
            <a:ahLst/>
            <a:cxnLst/>
            <a:rect l="l" t="t" r="r" b="b"/>
            <a:pathLst>
              <a:path w="4432300" h="889000">
                <a:moveTo>
                  <a:pt x="152401" y="0"/>
                </a:moveTo>
                <a:lnTo>
                  <a:pt x="4279899" y="0"/>
                </a:lnTo>
                <a:cubicBezTo>
                  <a:pt x="4364068" y="0"/>
                  <a:pt x="4432300" y="68232"/>
                  <a:pt x="4432300" y="152401"/>
                </a:cubicBezTo>
                <a:lnTo>
                  <a:pt x="4432300" y="736599"/>
                </a:lnTo>
                <a:cubicBezTo>
                  <a:pt x="4432300" y="820768"/>
                  <a:pt x="4364068" y="889000"/>
                  <a:pt x="4279899" y="889000"/>
                </a:cubicBezTo>
                <a:lnTo>
                  <a:pt x="152401" y="889000"/>
                </a:lnTo>
                <a:cubicBezTo>
                  <a:pt x="68232" y="889000"/>
                  <a:pt x="0" y="820768"/>
                  <a:pt x="0" y="7365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02569B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062067" y="3149600"/>
            <a:ext cx="421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is known for high performance and rich user interface capabilities.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22367" y="40830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02569B"/>
          </a:solidFill>
          <a:ln/>
        </p:spPr>
      </p:sp>
      <p:sp>
        <p:nvSpPr>
          <p:cNvPr id="32" name="Text 30"/>
          <p:cNvSpPr/>
          <p:nvPr/>
        </p:nvSpPr>
        <p:spPr>
          <a:xfrm>
            <a:off x="6265267" y="4032250"/>
            <a:ext cx="15072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performance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22367" y="44386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02569B"/>
          </a:solidFill>
          <a:ln/>
        </p:spPr>
      </p:sp>
      <p:sp>
        <p:nvSpPr>
          <p:cNvPr id="34" name="Text 32"/>
          <p:cNvSpPr/>
          <p:nvPr/>
        </p:nvSpPr>
        <p:spPr>
          <a:xfrm>
            <a:off x="6265267" y="4387850"/>
            <a:ext cx="15684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 UI capabilities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22367" y="47942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02569B"/>
          </a:solidFill>
          <a:ln/>
        </p:spPr>
      </p:sp>
      <p:sp>
        <p:nvSpPr>
          <p:cNvPr id="36" name="Text 34"/>
          <p:cNvSpPr/>
          <p:nvPr/>
        </p:nvSpPr>
        <p:spPr>
          <a:xfrm>
            <a:off x="6265267" y="4743450"/>
            <a:ext cx="137904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codebase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922367" y="51498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02569B"/>
          </a:solidFill>
          <a:ln/>
        </p:spPr>
      </p:sp>
      <p:sp>
        <p:nvSpPr>
          <p:cNvPr id="38" name="Text 36"/>
          <p:cNvSpPr/>
          <p:nvPr/>
        </p:nvSpPr>
        <p:spPr>
          <a:xfrm>
            <a:off x="6265267" y="5099050"/>
            <a:ext cx="1823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Customizable widgets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909667" y="5505450"/>
            <a:ext cx="4432300" cy="558800"/>
          </a:xfrm>
          <a:custGeom>
            <a:avLst/>
            <a:gdLst/>
            <a:ahLst/>
            <a:cxnLst/>
            <a:rect l="l" t="t" r="r" b="b"/>
            <a:pathLst>
              <a:path w="4432300" h="558800">
                <a:moveTo>
                  <a:pt x="152402" y="0"/>
                </a:moveTo>
                <a:lnTo>
                  <a:pt x="4279898" y="0"/>
                </a:lnTo>
                <a:cubicBezTo>
                  <a:pt x="4364068" y="0"/>
                  <a:pt x="4432300" y="68232"/>
                  <a:pt x="4432300" y="152402"/>
                </a:cubicBezTo>
                <a:lnTo>
                  <a:pt x="4432300" y="406398"/>
                </a:lnTo>
                <a:cubicBezTo>
                  <a:pt x="4432300" y="490568"/>
                  <a:pt x="4364068" y="558800"/>
                  <a:pt x="4279898" y="558800"/>
                </a:cubicBezTo>
                <a:lnTo>
                  <a:pt x="152402" y="558800"/>
                </a:lnTo>
                <a:cubicBezTo>
                  <a:pt x="68232" y="558800"/>
                  <a:pt x="0" y="490568"/>
                  <a:pt x="0" y="4063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40" name="Text 38"/>
          <p:cNvSpPr/>
          <p:nvPr/>
        </p:nvSpPr>
        <p:spPr>
          <a:xfrm>
            <a:off x="6017617" y="565785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 UI &amp; Performance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803434" y="1828800"/>
            <a:ext cx="4940300" cy="5892800"/>
          </a:xfrm>
          <a:custGeom>
            <a:avLst/>
            <a:gdLst/>
            <a:ahLst/>
            <a:cxnLst/>
            <a:rect l="l" t="t" r="r" b="b"/>
            <a:pathLst>
              <a:path w="4940300" h="5892800">
                <a:moveTo>
                  <a:pt x="203195" y="0"/>
                </a:moveTo>
                <a:lnTo>
                  <a:pt x="4737105" y="0"/>
                </a:lnTo>
                <a:cubicBezTo>
                  <a:pt x="4849327" y="0"/>
                  <a:pt x="4940300" y="90973"/>
                  <a:pt x="4940300" y="203195"/>
                </a:cubicBezTo>
                <a:lnTo>
                  <a:pt x="4940300" y="5689605"/>
                </a:lnTo>
                <a:cubicBezTo>
                  <a:pt x="4940300" y="5801827"/>
                  <a:pt x="4849327" y="5892800"/>
                  <a:pt x="4737105" y="5892800"/>
                </a:cubicBezTo>
                <a:lnTo>
                  <a:pt x="203195" y="5892800"/>
                </a:lnTo>
                <a:cubicBezTo>
                  <a:pt x="90973" y="5892800"/>
                  <a:pt x="0" y="5801827"/>
                  <a:pt x="0" y="5689605"/>
                </a:cubicBezTo>
                <a:lnTo>
                  <a:pt x="0" y="203195"/>
                </a:lnTo>
                <a:cubicBezTo>
                  <a:pt x="0" y="90973"/>
                  <a:pt x="90973" y="0"/>
                  <a:pt x="2031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1057434" y="2082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203197" y="0"/>
                </a:moveTo>
                <a:lnTo>
                  <a:pt x="508003" y="0"/>
                </a:lnTo>
                <a:cubicBezTo>
                  <a:pt x="620226" y="0"/>
                  <a:pt x="711200" y="90974"/>
                  <a:pt x="711200" y="203197"/>
                </a:cubicBezTo>
                <a:lnTo>
                  <a:pt x="711200" y="508003"/>
                </a:lnTo>
                <a:cubicBezTo>
                  <a:pt x="711200" y="620226"/>
                  <a:pt x="620226" y="711200"/>
                  <a:pt x="508003" y="711200"/>
                </a:cubicBezTo>
                <a:lnTo>
                  <a:pt x="203197" y="711200"/>
                </a:lnTo>
                <a:cubicBezTo>
                  <a:pt x="90974" y="711200"/>
                  <a:pt x="0" y="620226"/>
                  <a:pt x="0" y="508003"/>
                </a:cubicBezTo>
                <a:lnTo>
                  <a:pt x="0" y="203197"/>
                </a:lnTo>
                <a:cubicBezTo>
                  <a:pt x="0" y="91050"/>
                  <a:pt x="91050" y="0"/>
                  <a:pt x="203197" y="0"/>
                </a:cubicBezTo>
                <a:close/>
              </a:path>
            </a:pathLst>
          </a:custGeom>
          <a:solidFill>
            <a:srgbClr val="512BD4"/>
          </a:solidFill>
          <a:ln/>
        </p:spPr>
      </p:sp>
      <p:sp>
        <p:nvSpPr>
          <p:cNvPr id="43" name="Shape 41"/>
          <p:cNvSpPr/>
          <p:nvPr/>
        </p:nvSpPr>
        <p:spPr>
          <a:xfrm>
            <a:off x="11279684" y="2286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19050"/>
                </a:moveTo>
                <a:lnTo>
                  <a:pt x="127754" y="19050"/>
                </a:lnTo>
                <a:lnTo>
                  <a:pt x="127754" y="146804"/>
                </a:lnTo>
                <a:lnTo>
                  <a:pt x="0" y="146804"/>
                </a:lnTo>
                <a:lnTo>
                  <a:pt x="0" y="19050"/>
                </a:lnTo>
                <a:close/>
                <a:moveTo>
                  <a:pt x="138946" y="19050"/>
                </a:moveTo>
                <a:lnTo>
                  <a:pt x="266700" y="19050"/>
                </a:lnTo>
                <a:lnTo>
                  <a:pt x="266700" y="146804"/>
                </a:lnTo>
                <a:lnTo>
                  <a:pt x="138946" y="146804"/>
                </a:lnTo>
                <a:lnTo>
                  <a:pt x="138946" y="19050"/>
                </a:lnTo>
                <a:close/>
                <a:moveTo>
                  <a:pt x="0" y="157996"/>
                </a:moveTo>
                <a:lnTo>
                  <a:pt x="127754" y="157996"/>
                </a:lnTo>
                <a:lnTo>
                  <a:pt x="127754" y="285750"/>
                </a:lnTo>
                <a:lnTo>
                  <a:pt x="0" y="285750"/>
                </a:lnTo>
                <a:lnTo>
                  <a:pt x="0" y="157996"/>
                </a:lnTo>
                <a:close/>
                <a:moveTo>
                  <a:pt x="138946" y="157996"/>
                </a:moveTo>
                <a:lnTo>
                  <a:pt x="266700" y="157996"/>
                </a:lnTo>
                <a:lnTo>
                  <a:pt x="266700" y="285750"/>
                </a:lnTo>
                <a:lnTo>
                  <a:pt x="138946" y="285750"/>
                </a:lnTo>
                <a:lnTo>
                  <a:pt x="138946" y="15799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1921034" y="2108200"/>
            <a:ext cx="1320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Xamarin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921034" y="2514600"/>
            <a:ext cx="125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 Framework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057434" y="2997200"/>
            <a:ext cx="4432300" cy="889000"/>
          </a:xfrm>
          <a:custGeom>
            <a:avLst/>
            <a:gdLst/>
            <a:ahLst/>
            <a:cxnLst/>
            <a:rect l="l" t="t" r="r" b="b"/>
            <a:pathLst>
              <a:path w="4432300" h="889000">
                <a:moveTo>
                  <a:pt x="152401" y="0"/>
                </a:moveTo>
                <a:lnTo>
                  <a:pt x="4279899" y="0"/>
                </a:lnTo>
                <a:cubicBezTo>
                  <a:pt x="4364068" y="0"/>
                  <a:pt x="4432300" y="68232"/>
                  <a:pt x="4432300" y="152401"/>
                </a:cubicBezTo>
                <a:lnTo>
                  <a:pt x="4432300" y="736599"/>
                </a:lnTo>
                <a:cubicBezTo>
                  <a:pt x="4432300" y="820768"/>
                  <a:pt x="4364068" y="889000"/>
                  <a:pt x="4279899" y="889000"/>
                </a:cubicBezTo>
                <a:lnTo>
                  <a:pt x="152401" y="889000"/>
                </a:lnTo>
                <a:cubicBezTo>
                  <a:pt x="68232" y="889000"/>
                  <a:pt x="0" y="820768"/>
                  <a:pt x="0" y="73659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512BD4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1209834" y="3149600"/>
            <a:ext cx="42164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is commonly used for enterprise applications with Microsoft integration.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70134" y="40830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512BD4"/>
          </a:solidFill>
          <a:ln/>
        </p:spPr>
      </p:sp>
      <p:sp>
        <p:nvSpPr>
          <p:cNvPr id="49" name="Text 47"/>
          <p:cNvSpPr/>
          <p:nvPr/>
        </p:nvSpPr>
        <p:spPr>
          <a:xfrm>
            <a:off x="11413034" y="4032250"/>
            <a:ext cx="17379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 integration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070134" y="44386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512BD4"/>
          </a:solidFill>
          <a:ln/>
        </p:spPr>
      </p:sp>
      <p:sp>
        <p:nvSpPr>
          <p:cNvPr id="51" name="Text 49"/>
          <p:cNvSpPr/>
          <p:nvPr/>
        </p:nvSpPr>
        <p:spPr>
          <a:xfrm>
            <a:off x="11413034" y="4387850"/>
            <a:ext cx="1490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Native API access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70134" y="47942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512BD4"/>
          </a:solidFill>
          <a:ln/>
        </p:spPr>
      </p:sp>
      <p:sp>
        <p:nvSpPr>
          <p:cNvPr id="53" name="Text 51"/>
          <p:cNvSpPr/>
          <p:nvPr/>
        </p:nvSpPr>
        <p:spPr>
          <a:xfrm>
            <a:off x="11413034" y="4743450"/>
            <a:ext cx="16048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Enterprise-focused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70134" y="514985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22833" y="-7501"/>
                </a:moveTo>
                <a:cubicBezTo>
                  <a:pt x="121206" y="-10676"/>
                  <a:pt x="117912" y="-12700"/>
                  <a:pt x="114340" y="-12700"/>
                </a:cubicBezTo>
                <a:cubicBezTo>
                  <a:pt x="110768" y="-12700"/>
                  <a:pt x="107474" y="-10676"/>
                  <a:pt x="105847" y="-7501"/>
                </a:cubicBezTo>
                <a:lnTo>
                  <a:pt x="76637" y="49728"/>
                </a:lnTo>
                <a:lnTo>
                  <a:pt x="13176" y="59809"/>
                </a:lnTo>
                <a:cubicBezTo>
                  <a:pt x="9644" y="60365"/>
                  <a:pt x="6707" y="62865"/>
                  <a:pt x="5596" y="66278"/>
                </a:cubicBezTo>
                <a:cubicBezTo>
                  <a:pt x="4485" y="69691"/>
                  <a:pt x="5398" y="73422"/>
                  <a:pt x="7898" y="75962"/>
                </a:cubicBezTo>
                <a:lnTo>
                  <a:pt x="53300" y="121404"/>
                </a:lnTo>
                <a:lnTo>
                  <a:pt x="43299" y="184864"/>
                </a:lnTo>
                <a:cubicBezTo>
                  <a:pt x="42743" y="188397"/>
                  <a:pt x="44212" y="191968"/>
                  <a:pt x="47109" y="194072"/>
                </a:cubicBezTo>
                <a:cubicBezTo>
                  <a:pt x="50006" y="196175"/>
                  <a:pt x="53816" y="196493"/>
                  <a:pt x="57031" y="194866"/>
                </a:cubicBezTo>
                <a:lnTo>
                  <a:pt x="114340" y="165735"/>
                </a:lnTo>
                <a:lnTo>
                  <a:pt x="171609" y="194866"/>
                </a:lnTo>
                <a:cubicBezTo>
                  <a:pt x="174784" y="196493"/>
                  <a:pt x="178633" y="196175"/>
                  <a:pt x="181531" y="194072"/>
                </a:cubicBezTo>
                <a:cubicBezTo>
                  <a:pt x="184428" y="191968"/>
                  <a:pt x="185896" y="188436"/>
                  <a:pt x="185341" y="184864"/>
                </a:cubicBezTo>
                <a:lnTo>
                  <a:pt x="175300" y="121404"/>
                </a:lnTo>
                <a:lnTo>
                  <a:pt x="220702" y="75962"/>
                </a:lnTo>
                <a:cubicBezTo>
                  <a:pt x="223242" y="73422"/>
                  <a:pt x="224115" y="69691"/>
                  <a:pt x="223004" y="66278"/>
                </a:cubicBezTo>
                <a:cubicBezTo>
                  <a:pt x="221893" y="62865"/>
                  <a:pt x="218996" y="60365"/>
                  <a:pt x="215424" y="59809"/>
                </a:cubicBezTo>
                <a:lnTo>
                  <a:pt x="152003" y="49728"/>
                </a:lnTo>
                <a:lnTo>
                  <a:pt x="122833" y="-7501"/>
                </a:lnTo>
                <a:close/>
              </a:path>
            </a:pathLst>
          </a:custGeom>
          <a:solidFill>
            <a:srgbClr val="512BD4"/>
          </a:solidFill>
          <a:ln/>
        </p:spPr>
      </p:sp>
      <p:sp>
        <p:nvSpPr>
          <p:cNvPr id="55" name="Text 53"/>
          <p:cNvSpPr/>
          <p:nvPr/>
        </p:nvSpPr>
        <p:spPr>
          <a:xfrm>
            <a:off x="11413034" y="5099050"/>
            <a:ext cx="112325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sharing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057434" y="5505450"/>
            <a:ext cx="4432300" cy="558800"/>
          </a:xfrm>
          <a:custGeom>
            <a:avLst/>
            <a:gdLst/>
            <a:ahLst/>
            <a:cxnLst/>
            <a:rect l="l" t="t" r="r" b="b"/>
            <a:pathLst>
              <a:path w="4432300" h="558800">
                <a:moveTo>
                  <a:pt x="152402" y="0"/>
                </a:moveTo>
                <a:lnTo>
                  <a:pt x="4279898" y="0"/>
                </a:lnTo>
                <a:cubicBezTo>
                  <a:pt x="4364068" y="0"/>
                  <a:pt x="4432300" y="68232"/>
                  <a:pt x="4432300" y="152402"/>
                </a:cubicBezTo>
                <a:lnTo>
                  <a:pt x="4432300" y="406398"/>
                </a:lnTo>
                <a:cubicBezTo>
                  <a:pt x="4432300" y="490568"/>
                  <a:pt x="4364068" y="558800"/>
                  <a:pt x="4279898" y="558800"/>
                </a:cubicBezTo>
                <a:lnTo>
                  <a:pt x="152402" y="558800"/>
                </a:lnTo>
                <a:cubicBezTo>
                  <a:pt x="68232" y="558800"/>
                  <a:pt x="0" y="490568"/>
                  <a:pt x="0" y="4063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57" name="Text 55"/>
          <p:cNvSpPr/>
          <p:nvPr/>
        </p:nvSpPr>
        <p:spPr>
          <a:xfrm>
            <a:off x="11165384" y="5657850"/>
            <a:ext cx="421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 Enterprise Solutions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08000" y="7924800"/>
            <a:ext cx="15240000" cy="711200"/>
          </a:xfrm>
          <a:custGeom>
            <a:avLst/>
            <a:gdLst/>
            <a:ahLst/>
            <a:cxnLst/>
            <a:rect l="l" t="t" r="r" b="b"/>
            <a:pathLst>
              <a:path w="15240000" h="711200">
                <a:moveTo>
                  <a:pt x="203197" y="0"/>
                </a:moveTo>
                <a:lnTo>
                  <a:pt x="15036803" y="0"/>
                </a:lnTo>
                <a:cubicBezTo>
                  <a:pt x="15149026" y="0"/>
                  <a:pt x="15240000" y="90974"/>
                  <a:pt x="15240000" y="203197"/>
                </a:cubicBezTo>
                <a:lnTo>
                  <a:pt x="15240000" y="508003"/>
                </a:lnTo>
                <a:cubicBezTo>
                  <a:pt x="15240000" y="620226"/>
                  <a:pt x="15149026" y="711200"/>
                  <a:pt x="15036803" y="711200"/>
                </a:cubicBezTo>
                <a:lnTo>
                  <a:pt x="203197" y="711200"/>
                </a:lnTo>
                <a:cubicBezTo>
                  <a:pt x="90974" y="711200"/>
                  <a:pt x="0" y="620226"/>
                  <a:pt x="0" y="508003"/>
                </a:cubicBezTo>
                <a:lnTo>
                  <a:pt x="0" y="203197"/>
                </a:lnTo>
                <a:cubicBezTo>
                  <a:pt x="0" y="91050"/>
                  <a:pt x="91050" y="0"/>
                  <a:pt x="203197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59" name="Shape 57"/>
          <p:cNvSpPr/>
          <p:nvPr/>
        </p:nvSpPr>
        <p:spPr>
          <a:xfrm>
            <a:off x="749300" y="812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0" name="Text 58"/>
          <p:cNvSpPr/>
          <p:nvPr/>
        </p:nvSpPr>
        <p:spPr>
          <a:xfrm>
            <a:off x="1295400" y="81280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Selection Criteria: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Performance requirements • Development speed • UI design needs • Developer expertise • Community 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58614" y="6858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508000"/>
            <a:ext cx="513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70" kern="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523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Design Patterns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1320800"/>
            <a:ext cx="7569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 architecture defines how different components interact, ensuring code organization, reusability, and maintainability.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2184400"/>
            <a:ext cx="7467600" cy="6451600"/>
          </a:xfrm>
          <a:custGeom>
            <a:avLst/>
            <a:gdLst/>
            <a:ahLst/>
            <a:cxnLst/>
            <a:rect l="l" t="t" r="r" b="b"/>
            <a:pathLst>
              <a:path w="7467600" h="6451600">
                <a:moveTo>
                  <a:pt x="203225" y="0"/>
                </a:moveTo>
                <a:lnTo>
                  <a:pt x="7264375" y="0"/>
                </a:lnTo>
                <a:cubicBezTo>
                  <a:pt x="7376613" y="0"/>
                  <a:pt x="7467600" y="90987"/>
                  <a:pt x="7467600" y="203225"/>
                </a:cubicBezTo>
                <a:lnTo>
                  <a:pt x="7467600" y="6248375"/>
                </a:lnTo>
                <a:cubicBezTo>
                  <a:pt x="7467600" y="6360613"/>
                  <a:pt x="7376613" y="6451600"/>
                  <a:pt x="7264375" y="6451600"/>
                </a:cubicBezTo>
                <a:lnTo>
                  <a:pt x="203225" y="6451600"/>
                </a:lnTo>
                <a:cubicBezTo>
                  <a:pt x="90987" y="6451600"/>
                  <a:pt x="0" y="6360613"/>
                  <a:pt x="0" y="6248375"/>
                </a:cubicBezTo>
                <a:lnTo>
                  <a:pt x="0" y="203225"/>
                </a:lnTo>
                <a:cubicBezTo>
                  <a:pt x="0" y="91062"/>
                  <a:pt x="91062" y="0"/>
                  <a:pt x="2032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pic>
        <p:nvPicPr>
          <p:cNvPr id="8" name="Image 0" descr="https://kimi-web-img.moonshot.cn/img/www.slideegg.com/79d29985b0a02971ef2bcfd97c7d51329fc132c6.png">    </p:cNvPr>
          <p:cNvPicPr>
            <a:picLocks noChangeAspect="1"/>
          </p:cNvPicPr>
          <p:nvPr/>
        </p:nvPicPr>
        <p:blipFill>
          <a:blip r:embed="rId1"/>
          <a:srcRect l="17067" r="17067" t="0" b="0"/>
          <a:stretch/>
        </p:blipFill>
        <p:spPr>
          <a:xfrm>
            <a:off x="762000" y="2438400"/>
            <a:ext cx="6959600" cy="5943600"/>
          </a:xfrm>
          <a:prstGeom prst="roundRect">
            <a:avLst>
              <a:gd name="adj" fmla="val 2564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8280400" y="508000"/>
            <a:ext cx="7467600" cy="6045200"/>
          </a:xfrm>
          <a:custGeom>
            <a:avLst/>
            <a:gdLst/>
            <a:ahLst/>
            <a:cxnLst/>
            <a:rect l="l" t="t" r="r" b="b"/>
            <a:pathLst>
              <a:path w="7467600" h="6045200">
                <a:moveTo>
                  <a:pt x="203179" y="0"/>
                </a:moveTo>
                <a:lnTo>
                  <a:pt x="7264421" y="0"/>
                </a:lnTo>
                <a:cubicBezTo>
                  <a:pt x="7376634" y="0"/>
                  <a:pt x="7467600" y="90966"/>
                  <a:pt x="7467600" y="203179"/>
                </a:cubicBezTo>
                <a:lnTo>
                  <a:pt x="7467600" y="5842021"/>
                </a:lnTo>
                <a:cubicBezTo>
                  <a:pt x="7467600" y="5954234"/>
                  <a:pt x="7376634" y="6045200"/>
                  <a:pt x="7264421" y="6045200"/>
                </a:cubicBezTo>
                <a:lnTo>
                  <a:pt x="203179" y="6045200"/>
                </a:lnTo>
                <a:cubicBezTo>
                  <a:pt x="90966" y="6045200"/>
                  <a:pt x="0" y="5954234"/>
                  <a:pt x="0" y="5842021"/>
                </a:cubicBezTo>
                <a:lnTo>
                  <a:pt x="0" y="203179"/>
                </a:lnTo>
                <a:cubicBezTo>
                  <a:pt x="0" y="91042"/>
                  <a:pt x="91042" y="0"/>
                  <a:pt x="203179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10" name="Text 7"/>
          <p:cNvSpPr/>
          <p:nvPr/>
        </p:nvSpPr>
        <p:spPr>
          <a:xfrm>
            <a:off x="8534400" y="762000"/>
            <a:ext cx="708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 Patterns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34400" y="1320800"/>
            <a:ext cx="6959600" cy="1473200"/>
          </a:xfrm>
          <a:custGeom>
            <a:avLst/>
            <a:gdLst/>
            <a:ahLst/>
            <a:cxnLst/>
            <a:rect l="l" t="t" r="r" b="b"/>
            <a:pathLst>
              <a:path w="6959600" h="1473200">
                <a:moveTo>
                  <a:pt x="152403" y="0"/>
                </a:moveTo>
                <a:lnTo>
                  <a:pt x="6807197" y="0"/>
                </a:lnTo>
                <a:cubicBezTo>
                  <a:pt x="6891367" y="0"/>
                  <a:pt x="6959600" y="68233"/>
                  <a:pt x="6959600" y="152403"/>
                </a:cubicBezTo>
                <a:lnTo>
                  <a:pt x="6959600" y="1320797"/>
                </a:lnTo>
                <a:cubicBezTo>
                  <a:pt x="6959600" y="1404967"/>
                  <a:pt x="6891367" y="1473200"/>
                  <a:pt x="6807197" y="1473200"/>
                </a:cubicBezTo>
                <a:lnTo>
                  <a:pt x="152403" y="1473200"/>
                </a:lnTo>
                <a:cubicBezTo>
                  <a:pt x="68233" y="1473200"/>
                  <a:pt x="0" y="1404967"/>
                  <a:pt x="0" y="13207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686800" y="1473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3" name="Text 10"/>
          <p:cNvSpPr/>
          <p:nvPr/>
        </p:nvSpPr>
        <p:spPr>
          <a:xfrm>
            <a:off x="8642350" y="14732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MVC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94800" y="1498600"/>
            <a:ext cx="2438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Model-View-Controller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86800" y="19812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of the earliest patterns separating data, UI, and control logic.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686800" y="2336800"/>
            <a:ext cx="673100" cy="304800"/>
          </a:xfrm>
          <a:custGeom>
            <a:avLst/>
            <a:gdLst/>
            <a:ahLst/>
            <a:cxnLst/>
            <a:rect l="l" t="t" r="r" b="b"/>
            <a:pathLst>
              <a:path w="673100" h="304800">
                <a:moveTo>
                  <a:pt x="50801" y="0"/>
                </a:moveTo>
                <a:lnTo>
                  <a:pt x="622299" y="0"/>
                </a:lnTo>
                <a:cubicBezTo>
                  <a:pt x="650356" y="0"/>
                  <a:pt x="673100" y="22744"/>
                  <a:pt x="673100" y="50801"/>
                </a:cubicBezTo>
                <a:lnTo>
                  <a:pt x="673100" y="253999"/>
                </a:lnTo>
                <a:cubicBezTo>
                  <a:pt x="673100" y="282056"/>
                  <a:pt x="650356" y="304800"/>
                  <a:pt x="6222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336800"/>
            <a:ext cx="7493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9456341" y="2336800"/>
            <a:ext cx="1079500" cy="304800"/>
          </a:xfrm>
          <a:custGeom>
            <a:avLst/>
            <a:gdLst/>
            <a:ahLst/>
            <a:cxnLst/>
            <a:rect l="l" t="t" r="r" b="b"/>
            <a:pathLst>
              <a:path w="1079500" h="304800">
                <a:moveTo>
                  <a:pt x="50801" y="0"/>
                </a:moveTo>
                <a:lnTo>
                  <a:pt x="1028699" y="0"/>
                </a:lnTo>
                <a:cubicBezTo>
                  <a:pt x="1056756" y="0"/>
                  <a:pt x="1079500" y="22744"/>
                  <a:pt x="1079500" y="50801"/>
                </a:cubicBezTo>
                <a:lnTo>
                  <a:pt x="1079500" y="253999"/>
                </a:lnTo>
                <a:cubicBezTo>
                  <a:pt x="1079500" y="282056"/>
                  <a:pt x="1056756" y="304800"/>
                  <a:pt x="10286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9456341" y="2336800"/>
            <a:ext cx="11557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534400" y="2946400"/>
            <a:ext cx="6959600" cy="1473200"/>
          </a:xfrm>
          <a:custGeom>
            <a:avLst/>
            <a:gdLst/>
            <a:ahLst/>
            <a:cxnLst/>
            <a:rect l="l" t="t" r="r" b="b"/>
            <a:pathLst>
              <a:path w="6959600" h="1473200">
                <a:moveTo>
                  <a:pt x="152403" y="0"/>
                </a:moveTo>
                <a:lnTo>
                  <a:pt x="6807197" y="0"/>
                </a:lnTo>
                <a:cubicBezTo>
                  <a:pt x="6891367" y="0"/>
                  <a:pt x="6959600" y="68233"/>
                  <a:pt x="6959600" y="152403"/>
                </a:cubicBezTo>
                <a:lnTo>
                  <a:pt x="6959600" y="1320797"/>
                </a:lnTo>
                <a:cubicBezTo>
                  <a:pt x="6959600" y="1404967"/>
                  <a:pt x="6891367" y="1473200"/>
                  <a:pt x="6807197" y="1473200"/>
                </a:cubicBezTo>
                <a:lnTo>
                  <a:pt x="152403" y="1473200"/>
                </a:lnTo>
                <a:cubicBezTo>
                  <a:pt x="68233" y="1473200"/>
                  <a:pt x="0" y="1404967"/>
                  <a:pt x="0" y="13207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686800" y="3098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2" name="Text 19"/>
          <p:cNvSpPr/>
          <p:nvPr/>
        </p:nvSpPr>
        <p:spPr>
          <a:xfrm>
            <a:off x="8642350" y="30988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MVVM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194800" y="3124200"/>
            <a:ext cx="257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Model-View-ViewModel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686800" y="3606800"/>
            <a:ext cx="674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Introduces ViewModel separating UI from business logic, enhancing maintainability.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686800" y="3962400"/>
            <a:ext cx="787400" cy="304800"/>
          </a:xfrm>
          <a:custGeom>
            <a:avLst/>
            <a:gdLst/>
            <a:ahLst/>
            <a:cxnLst/>
            <a:rect l="l" t="t" r="r" b="b"/>
            <a:pathLst>
              <a:path w="787400" h="304800">
                <a:moveTo>
                  <a:pt x="50801" y="0"/>
                </a:moveTo>
                <a:lnTo>
                  <a:pt x="736599" y="0"/>
                </a:lnTo>
                <a:cubicBezTo>
                  <a:pt x="764656" y="0"/>
                  <a:pt x="787400" y="22744"/>
                  <a:pt x="787400" y="50801"/>
                </a:cubicBezTo>
                <a:lnTo>
                  <a:pt x="787400" y="253999"/>
                </a:lnTo>
                <a:cubicBezTo>
                  <a:pt x="787400" y="282056"/>
                  <a:pt x="764656" y="304800"/>
                  <a:pt x="7365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686800" y="3962400"/>
            <a:ext cx="8636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Testable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574411" y="3962400"/>
            <a:ext cx="1066800" cy="304800"/>
          </a:xfrm>
          <a:custGeom>
            <a:avLst/>
            <a:gdLst/>
            <a:ahLst/>
            <a:cxnLst/>
            <a:rect l="l" t="t" r="r" b="b"/>
            <a:pathLst>
              <a:path w="1066800" h="304800">
                <a:moveTo>
                  <a:pt x="50801" y="0"/>
                </a:moveTo>
                <a:lnTo>
                  <a:pt x="1015999" y="0"/>
                </a:lnTo>
                <a:cubicBezTo>
                  <a:pt x="1044056" y="0"/>
                  <a:pt x="1066800" y="22744"/>
                  <a:pt x="1066800" y="50801"/>
                </a:cubicBezTo>
                <a:lnTo>
                  <a:pt x="1066800" y="253999"/>
                </a:lnTo>
                <a:cubicBezTo>
                  <a:pt x="1066800" y="282056"/>
                  <a:pt x="1044056" y="304800"/>
                  <a:pt x="10159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9574411" y="3962400"/>
            <a:ext cx="11430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Maintainable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534400" y="4572000"/>
            <a:ext cx="6959600" cy="1727200"/>
          </a:xfrm>
          <a:custGeom>
            <a:avLst/>
            <a:gdLst/>
            <a:ahLst/>
            <a:cxnLst/>
            <a:rect l="l" t="t" r="r" b="b"/>
            <a:pathLst>
              <a:path w="6959600" h="1727200">
                <a:moveTo>
                  <a:pt x="152408" y="0"/>
                </a:moveTo>
                <a:lnTo>
                  <a:pt x="6807192" y="0"/>
                </a:lnTo>
                <a:cubicBezTo>
                  <a:pt x="6891365" y="0"/>
                  <a:pt x="6959600" y="68235"/>
                  <a:pt x="6959600" y="152408"/>
                </a:cubicBezTo>
                <a:lnTo>
                  <a:pt x="6959600" y="1574792"/>
                </a:lnTo>
                <a:cubicBezTo>
                  <a:pt x="6959600" y="1658965"/>
                  <a:pt x="6891365" y="1727200"/>
                  <a:pt x="6807192" y="1727200"/>
                </a:cubicBezTo>
                <a:lnTo>
                  <a:pt x="152408" y="1727200"/>
                </a:lnTo>
                <a:cubicBezTo>
                  <a:pt x="68235" y="1727200"/>
                  <a:pt x="0" y="1658965"/>
                  <a:pt x="0" y="15747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686800" y="4724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1" name="Text 28"/>
          <p:cNvSpPr/>
          <p:nvPr/>
        </p:nvSpPr>
        <p:spPr>
          <a:xfrm>
            <a:off x="8642350" y="4724400"/>
            <a:ext cx="49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194800" y="4749800"/>
            <a:ext cx="199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 Architecture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686800" y="5232400"/>
            <a:ext cx="6743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approach organizing app into layers, ensuring core business logic independence.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686800" y="5842000"/>
            <a:ext cx="749300" cy="304800"/>
          </a:xfrm>
          <a:custGeom>
            <a:avLst/>
            <a:gdLst/>
            <a:ahLst/>
            <a:cxnLst/>
            <a:rect l="l" t="t" r="r" b="b"/>
            <a:pathLst>
              <a:path w="749300" h="304800">
                <a:moveTo>
                  <a:pt x="50801" y="0"/>
                </a:moveTo>
                <a:lnTo>
                  <a:pt x="698499" y="0"/>
                </a:lnTo>
                <a:cubicBezTo>
                  <a:pt x="726556" y="0"/>
                  <a:pt x="749300" y="22744"/>
                  <a:pt x="749300" y="50801"/>
                </a:cubicBezTo>
                <a:lnTo>
                  <a:pt x="749300" y="253999"/>
                </a:lnTo>
                <a:cubicBezTo>
                  <a:pt x="749300" y="282056"/>
                  <a:pt x="726556" y="304800"/>
                  <a:pt x="6984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8686800" y="5842000"/>
            <a:ext cx="8255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9536013" y="5842000"/>
            <a:ext cx="774700" cy="304800"/>
          </a:xfrm>
          <a:custGeom>
            <a:avLst/>
            <a:gdLst/>
            <a:ahLst/>
            <a:cxnLst/>
            <a:rect l="l" t="t" r="r" b="b"/>
            <a:pathLst>
              <a:path w="774700" h="304800">
                <a:moveTo>
                  <a:pt x="50801" y="0"/>
                </a:moveTo>
                <a:lnTo>
                  <a:pt x="723899" y="0"/>
                </a:lnTo>
                <a:cubicBezTo>
                  <a:pt x="751956" y="0"/>
                  <a:pt x="774700" y="22744"/>
                  <a:pt x="774700" y="50801"/>
                </a:cubicBezTo>
                <a:lnTo>
                  <a:pt x="774700" y="253999"/>
                </a:lnTo>
                <a:cubicBezTo>
                  <a:pt x="774700" y="282056"/>
                  <a:pt x="751956" y="304800"/>
                  <a:pt x="7238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299E1">
              <a:alpha val="30196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9536013" y="5842000"/>
            <a:ext cx="8509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305800" y="6705600"/>
            <a:ext cx="7442200" cy="2146300"/>
          </a:xfrm>
          <a:custGeom>
            <a:avLst/>
            <a:gdLst/>
            <a:ahLst/>
            <a:cxnLst/>
            <a:rect l="l" t="t" r="r" b="b"/>
            <a:pathLst>
              <a:path w="7442200" h="2146300">
                <a:moveTo>
                  <a:pt x="50800" y="0"/>
                </a:moveTo>
                <a:lnTo>
                  <a:pt x="7239010" y="0"/>
                </a:lnTo>
                <a:cubicBezTo>
                  <a:pt x="7351229" y="0"/>
                  <a:pt x="7442200" y="90971"/>
                  <a:pt x="7442200" y="203190"/>
                </a:cubicBezTo>
                <a:lnTo>
                  <a:pt x="7442200" y="1943110"/>
                </a:lnTo>
                <a:cubicBezTo>
                  <a:pt x="7442200" y="2055329"/>
                  <a:pt x="7351229" y="2146300"/>
                  <a:pt x="7239010" y="2146300"/>
                </a:cubicBezTo>
                <a:lnTo>
                  <a:pt x="50800" y="2146300"/>
                </a:lnTo>
                <a:cubicBezTo>
                  <a:pt x="22763" y="2146300"/>
                  <a:pt x="0" y="2123537"/>
                  <a:pt x="0" y="20955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305800" y="6705600"/>
            <a:ext cx="50800" cy="2146300"/>
          </a:xfrm>
          <a:custGeom>
            <a:avLst/>
            <a:gdLst/>
            <a:ahLst/>
            <a:cxnLst/>
            <a:rect l="l" t="t" r="r" b="b"/>
            <a:pathLst>
              <a:path w="50800" h="2146300">
                <a:moveTo>
                  <a:pt x="50800" y="0"/>
                </a:moveTo>
                <a:lnTo>
                  <a:pt x="50800" y="0"/>
                </a:lnTo>
                <a:lnTo>
                  <a:pt x="50800" y="2146300"/>
                </a:lnTo>
                <a:lnTo>
                  <a:pt x="50800" y="2146300"/>
                </a:lnTo>
                <a:cubicBezTo>
                  <a:pt x="22763" y="2146300"/>
                  <a:pt x="0" y="2123537"/>
                  <a:pt x="0" y="20955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0" name="Text 37"/>
          <p:cNvSpPr/>
          <p:nvPr/>
        </p:nvSpPr>
        <p:spPr>
          <a:xfrm>
            <a:off x="8585200" y="6959600"/>
            <a:ext cx="7023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Additional Design Patterns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585200" y="7467600"/>
            <a:ext cx="2197100" cy="1130300"/>
          </a:xfrm>
          <a:custGeom>
            <a:avLst/>
            <a:gdLst/>
            <a:ahLst/>
            <a:cxnLst/>
            <a:rect l="l" t="t" r="r" b="b"/>
            <a:pathLst>
              <a:path w="2197100" h="1130300">
                <a:moveTo>
                  <a:pt x="152398" y="0"/>
                </a:moveTo>
                <a:lnTo>
                  <a:pt x="2044702" y="0"/>
                </a:lnTo>
                <a:cubicBezTo>
                  <a:pt x="2128869" y="0"/>
                  <a:pt x="2197100" y="68231"/>
                  <a:pt x="2197100" y="152398"/>
                </a:cubicBezTo>
                <a:lnTo>
                  <a:pt x="2197100" y="977902"/>
                </a:lnTo>
                <a:cubicBezTo>
                  <a:pt x="2197100" y="1062069"/>
                  <a:pt x="2128869" y="1130300"/>
                  <a:pt x="2044702" y="1130300"/>
                </a:cubicBezTo>
                <a:lnTo>
                  <a:pt x="152398" y="1130300"/>
                </a:lnTo>
                <a:cubicBezTo>
                  <a:pt x="68231" y="1130300"/>
                  <a:pt x="0" y="1062069"/>
                  <a:pt x="0" y="977902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9558834" y="76263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1274" y="-1240"/>
                </a:moveTo>
                <a:cubicBezTo>
                  <a:pt x="121096" y="-6896"/>
                  <a:pt x="133201" y="-6896"/>
                  <a:pt x="143024" y="-1240"/>
                </a:cubicBezTo>
                <a:lnTo>
                  <a:pt x="230287" y="49113"/>
                </a:lnTo>
                <a:cubicBezTo>
                  <a:pt x="240109" y="54769"/>
                  <a:pt x="246162" y="65286"/>
                  <a:pt x="246162" y="76597"/>
                </a:cubicBezTo>
                <a:lnTo>
                  <a:pt x="246162" y="177304"/>
                </a:lnTo>
                <a:cubicBezTo>
                  <a:pt x="246162" y="188664"/>
                  <a:pt x="240109" y="199132"/>
                  <a:pt x="230287" y="204787"/>
                </a:cubicBezTo>
                <a:lnTo>
                  <a:pt x="143024" y="255240"/>
                </a:lnTo>
                <a:cubicBezTo>
                  <a:pt x="133201" y="260896"/>
                  <a:pt x="121096" y="260896"/>
                  <a:pt x="111274" y="255240"/>
                </a:cubicBezTo>
                <a:lnTo>
                  <a:pt x="24061" y="204887"/>
                </a:lnTo>
                <a:cubicBezTo>
                  <a:pt x="14238" y="199231"/>
                  <a:pt x="8186" y="188714"/>
                  <a:pt x="8186" y="177403"/>
                </a:cubicBezTo>
                <a:lnTo>
                  <a:pt x="8186" y="76696"/>
                </a:lnTo>
                <a:cubicBezTo>
                  <a:pt x="8186" y="65336"/>
                  <a:pt x="14238" y="54868"/>
                  <a:pt x="24061" y="49213"/>
                </a:cubicBezTo>
                <a:lnTo>
                  <a:pt x="111274" y="-1240"/>
                </a:lnTo>
                <a:close/>
                <a:moveTo>
                  <a:pt x="214362" y="177354"/>
                </a:moveTo>
                <a:lnTo>
                  <a:pt x="214362" y="94952"/>
                </a:lnTo>
                <a:lnTo>
                  <a:pt x="143024" y="136128"/>
                </a:lnTo>
                <a:lnTo>
                  <a:pt x="143024" y="218529"/>
                </a:lnTo>
                <a:lnTo>
                  <a:pt x="214362" y="177354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3" name="Text 40"/>
          <p:cNvSpPr/>
          <p:nvPr/>
        </p:nvSpPr>
        <p:spPr>
          <a:xfrm>
            <a:off x="8693150" y="7981950"/>
            <a:ext cx="198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Singleton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699500" y="8235950"/>
            <a:ext cx="196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instance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0938867" y="7467600"/>
            <a:ext cx="2197100" cy="1130300"/>
          </a:xfrm>
          <a:custGeom>
            <a:avLst/>
            <a:gdLst/>
            <a:ahLst/>
            <a:cxnLst/>
            <a:rect l="l" t="t" r="r" b="b"/>
            <a:pathLst>
              <a:path w="2197100" h="1130300">
                <a:moveTo>
                  <a:pt x="152398" y="0"/>
                </a:moveTo>
                <a:lnTo>
                  <a:pt x="2044702" y="0"/>
                </a:lnTo>
                <a:cubicBezTo>
                  <a:pt x="2128869" y="0"/>
                  <a:pt x="2197100" y="68231"/>
                  <a:pt x="2197100" y="152398"/>
                </a:cubicBezTo>
                <a:lnTo>
                  <a:pt x="2197100" y="977902"/>
                </a:lnTo>
                <a:cubicBezTo>
                  <a:pt x="2197100" y="1062069"/>
                  <a:pt x="2128869" y="1130300"/>
                  <a:pt x="2044702" y="1130300"/>
                </a:cubicBezTo>
                <a:lnTo>
                  <a:pt x="152398" y="1130300"/>
                </a:lnTo>
                <a:cubicBezTo>
                  <a:pt x="68231" y="1130300"/>
                  <a:pt x="0" y="1062069"/>
                  <a:pt x="0" y="977902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6" name="Shape 43"/>
          <p:cNvSpPr/>
          <p:nvPr/>
        </p:nvSpPr>
        <p:spPr>
          <a:xfrm>
            <a:off x="11912501" y="76263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15875"/>
                </a:moveTo>
                <a:cubicBezTo>
                  <a:pt x="7094" y="15875"/>
                  <a:pt x="0" y="22969"/>
                  <a:pt x="0" y="31750"/>
                </a:cubicBezTo>
                <a:lnTo>
                  <a:pt x="0" y="214313"/>
                </a:lnTo>
                <a:cubicBezTo>
                  <a:pt x="0" y="227459"/>
                  <a:pt x="10666" y="238125"/>
                  <a:pt x="23812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75505"/>
                </a:lnTo>
                <a:cubicBezTo>
                  <a:pt x="254000" y="66477"/>
                  <a:pt x="244376" y="60771"/>
                  <a:pt x="236438" y="65038"/>
                </a:cubicBezTo>
                <a:lnTo>
                  <a:pt x="158750" y="106859"/>
                </a:lnTo>
                <a:lnTo>
                  <a:pt x="158750" y="75505"/>
                </a:lnTo>
                <a:cubicBezTo>
                  <a:pt x="158750" y="66477"/>
                  <a:pt x="149126" y="60771"/>
                  <a:pt x="141188" y="65038"/>
                </a:cubicBezTo>
                <a:lnTo>
                  <a:pt x="63500" y="106859"/>
                </a:lnTo>
                <a:lnTo>
                  <a:pt x="63500" y="31750"/>
                </a:lnTo>
                <a:cubicBezTo>
                  <a:pt x="63500" y="22969"/>
                  <a:pt x="56406" y="15875"/>
                  <a:pt x="47625" y="15875"/>
                </a:cubicBezTo>
                <a:lnTo>
                  <a:pt x="15875" y="15875"/>
                </a:ln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7" name="Text 44"/>
          <p:cNvSpPr/>
          <p:nvPr/>
        </p:nvSpPr>
        <p:spPr>
          <a:xfrm>
            <a:off x="11046817" y="7981950"/>
            <a:ext cx="198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Factory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053167" y="8235950"/>
            <a:ext cx="196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creation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3292634" y="7467600"/>
            <a:ext cx="2197100" cy="1130300"/>
          </a:xfrm>
          <a:custGeom>
            <a:avLst/>
            <a:gdLst/>
            <a:ahLst/>
            <a:cxnLst/>
            <a:rect l="l" t="t" r="r" b="b"/>
            <a:pathLst>
              <a:path w="2197100" h="1130300">
                <a:moveTo>
                  <a:pt x="152398" y="0"/>
                </a:moveTo>
                <a:lnTo>
                  <a:pt x="2044702" y="0"/>
                </a:lnTo>
                <a:cubicBezTo>
                  <a:pt x="2128869" y="0"/>
                  <a:pt x="2197100" y="68231"/>
                  <a:pt x="2197100" y="152398"/>
                </a:cubicBezTo>
                <a:lnTo>
                  <a:pt x="2197100" y="977902"/>
                </a:lnTo>
                <a:cubicBezTo>
                  <a:pt x="2197100" y="1062069"/>
                  <a:pt x="2128869" y="1130300"/>
                  <a:pt x="2044702" y="1130300"/>
                </a:cubicBezTo>
                <a:lnTo>
                  <a:pt x="152398" y="1130300"/>
                </a:lnTo>
                <a:cubicBezTo>
                  <a:pt x="68231" y="1130300"/>
                  <a:pt x="0" y="1062069"/>
                  <a:pt x="0" y="977902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50" name="Shape 47"/>
          <p:cNvSpPr/>
          <p:nvPr/>
        </p:nvSpPr>
        <p:spPr>
          <a:xfrm>
            <a:off x="14250392" y="762635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15875"/>
                </a:moveTo>
                <a:cubicBezTo>
                  <a:pt x="102791" y="15875"/>
                  <a:pt x="70693" y="34131"/>
                  <a:pt x="47327" y="55860"/>
                </a:cubicBezTo>
                <a:cubicBezTo>
                  <a:pt x="24110" y="77440"/>
                  <a:pt x="8582" y="103188"/>
                  <a:pt x="1191" y="120898"/>
                </a:cubicBezTo>
                <a:cubicBezTo>
                  <a:pt x="-446" y="124817"/>
                  <a:pt x="-446" y="129183"/>
                  <a:pt x="1191" y="133102"/>
                </a:cubicBezTo>
                <a:cubicBezTo>
                  <a:pt x="8582" y="150813"/>
                  <a:pt x="24110" y="176609"/>
                  <a:pt x="47327" y="198140"/>
                </a:cubicBezTo>
                <a:cubicBezTo>
                  <a:pt x="70693" y="219819"/>
                  <a:pt x="102791" y="238125"/>
                  <a:pt x="142875" y="238125"/>
                </a:cubicBezTo>
                <a:cubicBezTo>
                  <a:pt x="182959" y="238125"/>
                  <a:pt x="215057" y="219869"/>
                  <a:pt x="238423" y="198140"/>
                </a:cubicBezTo>
                <a:cubicBezTo>
                  <a:pt x="261640" y="176560"/>
                  <a:pt x="277168" y="150813"/>
                  <a:pt x="284559" y="133102"/>
                </a:cubicBezTo>
                <a:cubicBezTo>
                  <a:pt x="286196" y="129183"/>
                  <a:pt x="286196" y="124817"/>
                  <a:pt x="284559" y="120898"/>
                </a:cubicBezTo>
                <a:cubicBezTo>
                  <a:pt x="277168" y="103187"/>
                  <a:pt x="261640" y="77391"/>
                  <a:pt x="238423" y="55860"/>
                </a:cubicBezTo>
                <a:cubicBezTo>
                  <a:pt x="215057" y="34181"/>
                  <a:pt x="182959" y="15875"/>
                  <a:pt x="142875" y="15875"/>
                </a:cubicBezTo>
                <a:close/>
                <a:moveTo>
                  <a:pt x="71438" y="127000"/>
                </a:moveTo>
                <a:cubicBezTo>
                  <a:pt x="71438" y="87573"/>
                  <a:pt x="103448" y="55563"/>
                  <a:pt x="142875" y="55563"/>
                </a:cubicBezTo>
                <a:cubicBezTo>
                  <a:pt x="182302" y="55563"/>
                  <a:pt x="214313" y="87573"/>
                  <a:pt x="214313" y="127000"/>
                </a:cubicBezTo>
                <a:cubicBezTo>
                  <a:pt x="214313" y="166427"/>
                  <a:pt x="182302" y="198438"/>
                  <a:pt x="142875" y="198438"/>
                </a:cubicBezTo>
                <a:cubicBezTo>
                  <a:pt x="103448" y="198438"/>
                  <a:pt x="71438" y="166427"/>
                  <a:pt x="71438" y="127000"/>
                </a:cubicBezTo>
                <a:close/>
                <a:moveTo>
                  <a:pt x="142875" y="95250"/>
                </a:moveTo>
                <a:cubicBezTo>
                  <a:pt x="142875" y="112762"/>
                  <a:pt x="128637" y="127000"/>
                  <a:pt x="111125" y="127000"/>
                </a:cubicBezTo>
                <a:cubicBezTo>
                  <a:pt x="105420" y="127000"/>
                  <a:pt x="100062" y="125512"/>
                  <a:pt x="95399" y="122833"/>
                </a:cubicBezTo>
                <a:cubicBezTo>
                  <a:pt x="94903" y="128240"/>
                  <a:pt x="95349" y="133796"/>
                  <a:pt x="96838" y="139303"/>
                </a:cubicBezTo>
                <a:cubicBezTo>
                  <a:pt x="103634" y="164703"/>
                  <a:pt x="129778" y="179784"/>
                  <a:pt x="155178" y="172988"/>
                </a:cubicBezTo>
                <a:cubicBezTo>
                  <a:pt x="180578" y="166191"/>
                  <a:pt x="195659" y="140047"/>
                  <a:pt x="188863" y="114647"/>
                </a:cubicBezTo>
                <a:cubicBezTo>
                  <a:pt x="182811" y="91976"/>
                  <a:pt x="161330" y="77539"/>
                  <a:pt x="138708" y="79524"/>
                </a:cubicBezTo>
                <a:cubicBezTo>
                  <a:pt x="141337" y="84138"/>
                  <a:pt x="142875" y="89495"/>
                  <a:pt x="142875" y="9525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51" name="Text 48"/>
          <p:cNvSpPr/>
          <p:nvPr/>
        </p:nvSpPr>
        <p:spPr>
          <a:xfrm>
            <a:off x="13400584" y="7981950"/>
            <a:ext cx="198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Observer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3406934" y="8235950"/>
            <a:ext cx="196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handling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55737" y="6858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508000"/>
            <a:ext cx="558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70" kern="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568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 Engineering Process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13208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critical stage ensuring the system meets user expectations through systematic identification, analysis, and management of requirements.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854200"/>
            <a:ext cx="1828800" cy="6781800"/>
          </a:xfrm>
          <a:custGeom>
            <a:avLst/>
            <a:gdLst/>
            <a:ahLst/>
            <a:cxnLst/>
            <a:rect l="l" t="t" r="r" b="b"/>
            <a:pathLst>
              <a:path w="1828800" h="6781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6578602"/>
                </a:lnTo>
                <a:cubicBezTo>
                  <a:pt x="1828800" y="6690825"/>
                  <a:pt x="1737825" y="6781800"/>
                  <a:pt x="1625602" y="6781800"/>
                </a:cubicBezTo>
                <a:lnTo>
                  <a:pt x="203198" y="6781800"/>
                </a:lnTo>
                <a:cubicBezTo>
                  <a:pt x="90975" y="6781800"/>
                  <a:pt x="0" y="6690825"/>
                  <a:pt x="0" y="657860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000" y="1854200"/>
            <a:ext cx="1828800" cy="50800"/>
          </a:xfrm>
          <a:custGeom>
            <a:avLst/>
            <a:gdLst/>
            <a:ahLst/>
            <a:cxnLst/>
            <a:rect l="l" t="t" r="r" b="b"/>
            <a:pathLst>
              <a:path w="1828800" h="50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9" name="Shape 7"/>
          <p:cNvSpPr/>
          <p:nvPr/>
        </p:nvSpPr>
        <p:spPr>
          <a:xfrm>
            <a:off x="1119584" y="208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198" y="0"/>
                </a:moveTo>
                <a:lnTo>
                  <a:pt x="406402" y="0"/>
                </a:lnTo>
                <a:cubicBezTo>
                  <a:pt x="518550" y="0"/>
                  <a:pt x="609600" y="91050"/>
                  <a:pt x="609600" y="203198"/>
                </a:cubicBezTo>
                <a:lnTo>
                  <a:pt x="609600" y="406402"/>
                </a:lnTo>
                <a:cubicBezTo>
                  <a:pt x="609600" y="518625"/>
                  <a:pt x="518625" y="609600"/>
                  <a:pt x="406402" y="609600"/>
                </a:cubicBezTo>
                <a:lnTo>
                  <a:pt x="203198" y="609600"/>
                </a:lnTo>
                <a:cubicBezTo>
                  <a:pt x="91050" y="609600"/>
                  <a:pt x="0" y="518550"/>
                  <a:pt x="0" y="4064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1373584" y="2209800"/>
            <a:ext cx="22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755" y="27940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Gathering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1200" y="3251200"/>
            <a:ext cx="151130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 information through multiple channels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1200" y="4508500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304800"/>
                </a:lnTo>
                <a:cubicBezTo>
                  <a:pt x="1422400" y="360875"/>
                  <a:pt x="1376875" y="406400"/>
                  <a:pt x="1320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088" y="46228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33350" y="50006"/>
                </a:moveTo>
                <a:cubicBezTo>
                  <a:pt x="133350" y="83760"/>
                  <a:pt x="103485" y="111125"/>
                  <a:pt x="66675" y="111125"/>
                </a:cubicBezTo>
                <a:cubicBezTo>
                  <a:pt x="57403" y="111125"/>
                  <a:pt x="48582" y="109389"/>
                  <a:pt x="40561" y="106263"/>
                </a:cubicBezTo>
                <a:lnTo>
                  <a:pt x="12224" y="121265"/>
                </a:lnTo>
                <a:cubicBezTo>
                  <a:pt x="8994" y="122967"/>
                  <a:pt x="5035" y="122376"/>
                  <a:pt x="2431" y="119807"/>
                </a:cubicBezTo>
                <a:cubicBezTo>
                  <a:pt x="-174" y="117237"/>
                  <a:pt x="-764" y="113243"/>
                  <a:pt x="972" y="110014"/>
                </a:cubicBezTo>
                <a:lnTo>
                  <a:pt x="13335" y="86678"/>
                </a:lnTo>
                <a:cubicBezTo>
                  <a:pt x="4966" y="76468"/>
                  <a:pt x="0" y="63758"/>
                  <a:pt x="0" y="50006"/>
                </a:cubicBezTo>
                <a:cubicBezTo>
                  <a:pt x="0" y="16252"/>
                  <a:pt x="29865" y="-11112"/>
                  <a:pt x="66675" y="-11112"/>
                </a:cubicBezTo>
                <a:cubicBezTo>
                  <a:pt x="103485" y="-11112"/>
                  <a:pt x="133350" y="16252"/>
                  <a:pt x="133350" y="50006"/>
                </a:cubicBezTo>
                <a:close/>
                <a:moveTo>
                  <a:pt x="133350" y="177800"/>
                </a:moveTo>
                <a:cubicBezTo>
                  <a:pt x="100672" y="177800"/>
                  <a:pt x="73481" y="156235"/>
                  <a:pt x="67786" y="127794"/>
                </a:cubicBezTo>
                <a:cubicBezTo>
                  <a:pt x="109458" y="127273"/>
                  <a:pt x="145678" y="97616"/>
                  <a:pt x="149671" y="57403"/>
                </a:cubicBezTo>
                <a:cubicBezTo>
                  <a:pt x="178599" y="64071"/>
                  <a:pt x="200025" y="88067"/>
                  <a:pt x="200025" y="116681"/>
                </a:cubicBezTo>
                <a:cubicBezTo>
                  <a:pt x="200025" y="130433"/>
                  <a:pt x="195059" y="143143"/>
                  <a:pt x="186690" y="153353"/>
                </a:cubicBezTo>
                <a:lnTo>
                  <a:pt x="199053" y="176689"/>
                </a:lnTo>
                <a:cubicBezTo>
                  <a:pt x="200754" y="179918"/>
                  <a:pt x="200164" y="183877"/>
                  <a:pt x="197594" y="186482"/>
                </a:cubicBezTo>
                <a:cubicBezTo>
                  <a:pt x="195024" y="189086"/>
                  <a:pt x="191031" y="189676"/>
                  <a:pt x="187801" y="187940"/>
                </a:cubicBezTo>
                <a:lnTo>
                  <a:pt x="159464" y="172938"/>
                </a:lnTo>
                <a:cubicBezTo>
                  <a:pt x="151443" y="176064"/>
                  <a:pt x="142622" y="177800"/>
                  <a:pt x="133350" y="17780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5" name="Text 13"/>
          <p:cNvSpPr/>
          <p:nvPr/>
        </p:nvSpPr>
        <p:spPr>
          <a:xfrm>
            <a:off x="1136650" y="4610100"/>
            <a:ext cx="774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1200" y="4965700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304800"/>
                </a:lnTo>
                <a:cubicBezTo>
                  <a:pt x="1422400" y="360875"/>
                  <a:pt x="1376875" y="406400"/>
                  <a:pt x="1320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9313" y="50800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2225" y="11112"/>
                </a:moveTo>
                <a:cubicBezTo>
                  <a:pt x="9967" y="11112"/>
                  <a:pt x="0" y="21079"/>
                  <a:pt x="0" y="33337"/>
                </a:cubicBezTo>
                <a:lnTo>
                  <a:pt x="0" y="144463"/>
                </a:lnTo>
                <a:cubicBezTo>
                  <a:pt x="0" y="156721"/>
                  <a:pt x="9967" y="166688"/>
                  <a:pt x="22225" y="166688"/>
                </a:cubicBezTo>
                <a:lnTo>
                  <a:pt x="133350" y="166688"/>
                </a:lnTo>
                <a:cubicBezTo>
                  <a:pt x="145608" y="166688"/>
                  <a:pt x="155575" y="156721"/>
                  <a:pt x="155575" y="144463"/>
                </a:cubicBezTo>
                <a:lnTo>
                  <a:pt x="155575" y="33337"/>
                </a:lnTo>
                <a:cubicBezTo>
                  <a:pt x="155575" y="21079"/>
                  <a:pt x="145608" y="11112"/>
                  <a:pt x="133350" y="11112"/>
                </a:cubicBezTo>
                <a:lnTo>
                  <a:pt x="22225" y="11112"/>
                </a:lnTo>
                <a:close/>
                <a:moveTo>
                  <a:pt x="41672" y="77788"/>
                </a:moveTo>
                <a:cubicBezTo>
                  <a:pt x="46291" y="77788"/>
                  <a:pt x="50006" y="81503"/>
                  <a:pt x="50006" y="86122"/>
                </a:cubicBezTo>
                <a:lnTo>
                  <a:pt x="50006" y="125016"/>
                </a:lnTo>
                <a:cubicBezTo>
                  <a:pt x="50006" y="129634"/>
                  <a:pt x="46291" y="133350"/>
                  <a:pt x="41672" y="133350"/>
                </a:cubicBezTo>
                <a:cubicBezTo>
                  <a:pt x="37053" y="133350"/>
                  <a:pt x="33337" y="129634"/>
                  <a:pt x="33337" y="125016"/>
                </a:cubicBezTo>
                <a:lnTo>
                  <a:pt x="33337" y="86122"/>
                </a:lnTo>
                <a:cubicBezTo>
                  <a:pt x="33337" y="81503"/>
                  <a:pt x="37053" y="77788"/>
                  <a:pt x="41672" y="77788"/>
                </a:cubicBezTo>
                <a:close/>
                <a:moveTo>
                  <a:pt x="105569" y="108347"/>
                </a:moveTo>
                <a:cubicBezTo>
                  <a:pt x="105569" y="103728"/>
                  <a:pt x="109284" y="100013"/>
                  <a:pt x="113903" y="100013"/>
                </a:cubicBezTo>
                <a:cubicBezTo>
                  <a:pt x="118522" y="100013"/>
                  <a:pt x="122238" y="103728"/>
                  <a:pt x="122238" y="108347"/>
                </a:cubicBezTo>
                <a:lnTo>
                  <a:pt x="122238" y="125016"/>
                </a:lnTo>
                <a:cubicBezTo>
                  <a:pt x="122238" y="129634"/>
                  <a:pt x="118522" y="133350"/>
                  <a:pt x="113903" y="133350"/>
                </a:cubicBezTo>
                <a:cubicBezTo>
                  <a:pt x="109284" y="133350"/>
                  <a:pt x="105569" y="129634"/>
                  <a:pt x="105569" y="125016"/>
                </a:cubicBezTo>
                <a:lnTo>
                  <a:pt x="105569" y="108347"/>
                </a:lnTo>
                <a:close/>
                <a:moveTo>
                  <a:pt x="77788" y="44450"/>
                </a:moveTo>
                <a:cubicBezTo>
                  <a:pt x="82406" y="44450"/>
                  <a:pt x="86122" y="48166"/>
                  <a:pt x="86122" y="52784"/>
                </a:cubicBezTo>
                <a:lnTo>
                  <a:pt x="86122" y="125016"/>
                </a:lnTo>
                <a:cubicBezTo>
                  <a:pt x="86122" y="129634"/>
                  <a:pt x="82406" y="133350"/>
                  <a:pt x="77788" y="133350"/>
                </a:cubicBezTo>
                <a:cubicBezTo>
                  <a:pt x="73169" y="133350"/>
                  <a:pt x="69453" y="129634"/>
                  <a:pt x="69453" y="125016"/>
                </a:cubicBezTo>
                <a:lnTo>
                  <a:pt x="69453" y="52784"/>
                </a:lnTo>
                <a:cubicBezTo>
                  <a:pt x="69453" y="48166"/>
                  <a:pt x="73169" y="44450"/>
                  <a:pt x="77788" y="4445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8" name="Text 16"/>
          <p:cNvSpPr/>
          <p:nvPr/>
        </p:nvSpPr>
        <p:spPr>
          <a:xfrm>
            <a:off x="1136650" y="5067300"/>
            <a:ext cx="622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Surveys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1200" y="5422900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304800"/>
                </a:lnTo>
                <a:cubicBezTo>
                  <a:pt x="1422400" y="360875"/>
                  <a:pt x="1376875" y="406400"/>
                  <a:pt x="1320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27088" y="55372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0013" y="11112"/>
                </a:moveTo>
                <a:cubicBezTo>
                  <a:pt x="71953" y="11112"/>
                  <a:pt x="49485" y="23892"/>
                  <a:pt x="33129" y="39102"/>
                </a:cubicBezTo>
                <a:cubicBezTo>
                  <a:pt x="16877" y="54208"/>
                  <a:pt x="6008" y="72231"/>
                  <a:pt x="833" y="84629"/>
                </a:cubicBezTo>
                <a:cubicBezTo>
                  <a:pt x="-313" y="87372"/>
                  <a:pt x="-313" y="90428"/>
                  <a:pt x="833" y="93171"/>
                </a:cubicBezTo>
                <a:cubicBezTo>
                  <a:pt x="6008" y="105569"/>
                  <a:pt x="16877" y="123627"/>
                  <a:pt x="33129" y="138698"/>
                </a:cubicBezTo>
                <a:cubicBezTo>
                  <a:pt x="49485" y="153873"/>
                  <a:pt x="71953" y="166688"/>
                  <a:pt x="100013" y="166688"/>
                </a:cubicBezTo>
                <a:cubicBezTo>
                  <a:pt x="128072" y="166688"/>
                  <a:pt x="150540" y="153908"/>
                  <a:pt x="166896" y="138698"/>
                </a:cubicBezTo>
                <a:cubicBezTo>
                  <a:pt x="183148" y="123592"/>
                  <a:pt x="194017" y="105569"/>
                  <a:pt x="199192" y="93171"/>
                </a:cubicBezTo>
                <a:cubicBezTo>
                  <a:pt x="200338" y="90428"/>
                  <a:pt x="200338" y="87372"/>
                  <a:pt x="199192" y="84629"/>
                </a:cubicBezTo>
                <a:cubicBezTo>
                  <a:pt x="194017" y="72231"/>
                  <a:pt x="183148" y="54173"/>
                  <a:pt x="166896" y="39102"/>
                </a:cubicBezTo>
                <a:cubicBezTo>
                  <a:pt x="150540" y="23927"/>
                  <a:pt x="128072" y="11112"/>
                  <a:pt x="100013" y="11112"/>
                </a:cubicBezTo>
                <a:close/>
                <a:moveTo>
                  <a:pt x="50006" y="88900"/>
                </a:moveTo>
                <a:cubicBezTo>
                  <a:pt x="50006" y="61301"/>
                  <a:pt x="72413" y="38894"/>
                  <a:pt x="100013" y="38894"/>
                </a:cubicBezTo>
                <a:cubicBezTo>
                  <a:pt x="127612" y="38894"/>
                  <a:pt x="150019" y="61301"/>
                  <a:pt x="150019" y="88900"/>
                </a:cubicBezTo>
                <a:cubicBezTo>
                  <a:pt x="150019" y="116499"/>
                  <a:pt x="127612" y="138906"/>
                  <a:pt x="100013" y="138906"/>
                </a:cubicBezTo>
                <a:cubicBezTo>
                  <a:pt x="72413" y="138906"/>
                  <a:pt x="50006" y="116499"/>
                  <a:pt x="50006" y="88900"/>
                </a:cubicBezTo>
                <a:close/>
                <a:moveTo>
                  <a:pt x="100013" y="66675"/>
                </a:moveTo>
                <a:cubicBezTo>
                  <a:pt x="100013" y="78933"/>
                  <a:pt x="90046" y="88900"/>
                  <a:pt x="77788" y="88900"/>
                </a:cubicBezTo>
                <a:cubicBezTo>
                  <a:pt x="73794" y="88900"/>
                  <a:pt x="70043" y="87858"/>
                  <a:pt x="66779" y="85983"/>
                </a:cubicBezTo>
                <a:cubicBezTo>
                  <a:pt x="66432" y="89768"/>
                  <a:pt x="66744" y="93658"/>
                  <a:pt x="67786" y="97512"/>
                </a:cubicBezTo>
                <a:cubicBezTo>
                  <a:pt x="72544" y="115292"/>
                  <a:pt x="90845" y="125849"/>
                  <a:pt x="108625" y="121092"/>
                </a:cubicBezTo>
                <a:cubicBezTo>
                  <a:pt x="126405" y="116334"/>
                  <a:pt x="136962" y="98033"/>
                  <a:pt x="132204" y="80253"/>
                </a:cubicBezTo>
                <a:cubicBezTo>
                  <a:pt x="127967" y="64383"/>
                  <a:pt x="112931" y="54278"/>
                  <a:pt x="97095" y="55667"/>
                </a:cubicBezTo>
                <a:cubicBezTo>
                  <a:pt x="98936" y="58896"/>
                  <a:pt x="100013" y="62647"/>
                  <a:pt x="100013" y="66675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1" name="Text 19"/>
          <p:cNvSpPr/>
          <p:nvPr/>
        </p:nvSpPr>
        <p:spPr>
          <a:xfrm>
            <a:off x="1136650" y="55245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493268" y="1854200"/>
            <a:ext cx="1828800" cy="6781800"/>
          </a:xfrm>
          <a:custGeom>
            <a:avLst/>
            <a:gdLst/>
            <a:ahLst/>
            <a:cxnLst/>
            <a:rect l="l" t="t" r="r" b="b"/>
            <a:pathLst>
              <a:path w="1828800" h="6781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6578602"/>
                </a:lnTo>
                <a:cubicBezTo>
                  <a:pt x="1828800" y="6690825"/>
                  <a:pt x="1737825" y="6781800"/>
                  <a:pt x="1625602" y="6781800"/>
                </a:cubicBezTo>
                <a:lnTo>
                  <a:pt x="203198" y="6781800"/>
                </a:lnTo>
                <a:cubicBezTo>
                  <a:pt x="90975" y="6781800"/>
                  <a:pt x="0" y="6690825"/>
                  <a:pt x="0" y="657860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93268" y="1854200"/>
            <a:ext cx="1828800" cy="50800"/>
          </a:xfrm>
          <a:custGeom>
            <a:avLst/>
            <a:gdLst/>
            <a:ahLst/>
            <a:cxnLst/>
            <a:rect l="l" t="t" r="r" b="b"/>
            <a:pathLst>
              <a:path w="1828800" h="50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4" name="Shape 22"/>
          <p:cNvSpPr/>
          <p:nvPr/>
        </p:nvSpPr>
        <p:spPr>
          <a:xfrm>
            <a:off x="3104852" y="208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198" y="0"/>
                </a:moveTo>
                <a:lnTo>
                  <a:pt x="406402" y="0"/>
                </a:lnTo>
                <a:cubicBezTo>
                  <a:pt x="518550" y="0"/>
                  <a:pt x="609600" y="91050"/>
                  <a:pt x="609600" y="203198"/>
                </a:cubicBezTo>
                <a:lnTo>
                  <a:pt x="609600" y="406402"/>
                </a:lnTo>
                <a:cubicBezTo>
                  <a:pt x="609600" y="518625"/>
                  <a:pt x="518625" y="609600"/>
                  <a:pt x="406402" y="609600"/>
                </a:cubicBezTo>
                <a:lnTo>
                  <a:pt x="203198" y="609600"/>
                </a:lnTo>
                <a:cubicBezTo>
                  <a:pt x="91050" y="609600"/>
                  <a:pt x="0" y="518550"/>
                  <a:pt x="0" y="4064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25" name="Text 23"/>
          <p:cNvSpPr/>
          <p:nvPr/>
        </p:nvSpPr>
        <p:spPr>
          <a:xfrm>
            <a:off x="3335834" y="22098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982813" y="2794000"/>
            <a:ext cx="85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96468" y="3251200"/>
            <a:ext cx="151130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Examine collected information systematically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696468" y="4508500"/>
            <a:ext cx="1422400" cy="609600"/>
          </a:xfrm>
          <a:custGeom>
            <a:avLst/>
            <a:gdLst/>
            <a:ahLst/>
            <a:cxnLst/>
            <a:rect l="l" t="t" r="r" b="b"/>
            <a:pathLst>
              <a:path w="1422400" h="6096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507998"/>
                </a:lnTo>
                <a:cubicBezTo>
                  <a:pt x="1422400" y="564111"/>
                  <a:pt x="1376911" y="609600"/>
                  <a:pt x="1320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2810768" y="4724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0" name="Text 28"/>
          <p:cNvSpPr/>
          <p:nvPr/>
        </p:nvSpPr>
        <p:spPr>
          <a:xfrm>
            <a:off x="3098602" y="4610100"/>
            <a:ext cx="100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696468" y="5168900"/>
            <a:ext cx="1422400" cy="812800"/>
          </a:xfrm>
          <a:custGeom>
            <a:avLst/>
            <a:gdLst/>
            <a:ahLst/>
            <a:cxnLst/>
            <a:rect l="l" t="t" r="r" b="b"/>
            <a:pathLst>
              <a:path w="1422400" h="8128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711200"/>
                </a:lnTo>
                <a:cubicBezTo>
                  <a:pt x="1422400" y="767275"/>
                  <a:pt x="1376875" y="812800"/>
                  <a:pt x="13208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2791718" y="5486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3" name="Text 31"/>
          <p:cNvSpPr/>
          <p:nvPr/>
        </p:nvSpPr>
        <p:spPr>
          <a:xfrm>
            <a:off x="3059311" y="5270500"/>
            <a:ext cx="1041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Non-functional reqs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696468" y="6032500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304800"/>
                </a:lnTo>
                <a:cubicBezTo>
                  <a:pt x="1422400" y="360875"/>
                  <a:pt x="1376875" y="406400"/>
                  <a:pt x="1320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5" name="Shape 33"/>
          <p:cNvSpPr/>
          <p:nvPr/>
        </p:nvSpPr>
        <p:spPr>
          <a:xfrm>
            <a:off x="2823468" y="6146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6" name="Text 34"/>
          <p:cNvSpPr/>
          <p:nvPr/>
        </p:nvSpPr>
        <p:spPr>
          <a:xfrm>
            <a:off x="3121918" y="6134100"/>
            <a:ext cx="92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78536" y="1854200"/>
            <a:ext cx="1828800" cy="6781800"/>
          </a:xfrm>
          <a:custGeom>
            <a:avLst/>
            <a:gdLst/>
            <a:ahLst/>
            <a:cxnLst/>
            <a:rect l="l" t="t" r="r" b="b"/>
            <a:pathLst>
              <a:path w="1828800" h="6781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6578602"/>
                </a:lnTo>
                <a:cubicBezTo>
                  <a:pt x="1828800" y="6690825"/>
                  <a:pt x="1737825" y="6781800"/>
                  <a:pt x="1625602" y="6781800"/>
                </a:cubicBezTo>
                <a:lnTo>
                  <a:pt x="203198" y="6781800"/>
                </a:lnTo>
                <a:cubicBezTo>
                  <a:pt x="90975" y="6781800"/>
                  <a:pt x="0" y="6690825"/>
                  <a:pt x="0" y="657860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78536" y="1854200"/>
            <a:ext cx="1828800" cy="50800"/>
          </a:xfrm>
          <a:custGeom>
            <a:avLst/>
            <a:gdLst/>
            <a:ahLst/>
            <a:cxnLst/>
            <a:rect l="l" t="t" r="r" b="b"/>
            <a:pathLst>
              <a:path w="1828800" h="50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9" name="Shape 37"/>
          <p:cNvSpPr/>
          <p:nvPr/>
        </p:nvSpPr>
        <p:spPr>
          <a:xfrm>
            <a:off x="5090120" y="208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198" y="0"/>
                </a:moveTo>
                <a:lnTo>
                  <a:pt x="406402" y="0"/>
                </a:lnTo>
                <a:cubicBezTo>
                  <a:pt x="518550" y="0"/>
                  <a:pt x="609600" y="91050"/>
                  <a:pt x="609600" y="203198"/>
                </a:cubicBezTo>
                <a:lnTo>
                  <a:pt x="609600" y="406402"/>
                </a:lnTo>
                <a:cubicBezTo>
                  <a:pt x="609600" y="518625"/>
                  <a:pt x="518625" y="609600"/>
                  <a:pt x="406402" y="609600"/>
                </a:cubicBezTo>
                <a:lnTo>
                  <a:pt x="203198" y="609600"/>
                </a:lnTo>
                <a:cubicBezTo>
                  <a:pt x="91050" y="609600"/>
                  <a:pt x="0" y="518550"/>
                  <a:pt x="0" y="4064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0" name="Text 38"/>
          <p:cNvSpPr/>
          <p:nvPr/>
        </p:nvSpPr>
        <p:spPr>
          <a:xfrm>
            <a:off x="5319911" y="22098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53657" y="27940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81736" y="3251200"/>
            <a:ext cx="15113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clear, structured documentation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681736" y="4219575"/>
            <a:ext cx="1422400" cy="609600"/>
          </a:xfrm>
          <a:custGeom>
            <a:avLst/>
            <a:gdLst/>
            <a:ahLst/>
            <a:cxnLst/>
            <a:rect l="l" t="t" r="r" b="b"/>
            <a:pathLst>
              <a:path w="1422400" h="6096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507998"/>
                </a:lnTo>
                <a:cubicBezTo>
                  <a:pt x="1422400" y="564111"/>
                  <a:pt x="1376911" y="609600"/>
                  <a:pt x="1320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4" name="Shape 42"/>
          <p:cNvSpPr/>
          <p:nvPr/>
        </p:nvSpPr>
        <p:spPr>
          <a:xfrm>
            <a:off x="4799211" y="4435475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22225"/>
                </a:moveTo>
                <a:cubicBezTo>
                  <a:pt x="0" y="9967"/>
                  <a:pt x="9967" y="0"/>
                  <a:pt x="22225" y="0"/>
                </a:cubicBezTo>
                <a:lnTo>
                  <a:pt x="74141" y="0"/>
                </a:lnTo>
                <a:cubicBezTo>
                  <a:pt x="80045" y="0"/>
                  <a:pt x="85705" y="2327"/>
                  <a:pt x="89872" y="6494"/>
                </a:cubicBezTo>
                <a:lnTo>
                  <a:pt x="126856" y="43512"/>
                </a:lnTo>
                <a:cubicBezTo>
                  <a:pt x="131023" y="47680"/>
                  <a:pt x="133350" y="53340"/>
                  <a:pt x="133350" y="59244"/>
                </a:cubicBezTo>
                <a:lnTo>
                  <a:pt x="133350" y="155575"/>
                </a:lnTo>
                <a:cubicBezTo>
                  <a:pt x="133350" y="167833"/>
                  <a:pt x="123383" y="177800"/>
                  <a:pt x="111125" y="177800"/>
                </a:cubicBezTo>
                <a:lnTo>
                  <a:pt x="22225" y="177800"/>
                </a:lnTo>
                <a:cubicBezTo>
                  <a:pt x="9967" y="177800"/>
                  <a:pt x="0" y="167833"/>
                  <a:pt x="0" y="155575"/>
                </a:cubicBezTo>
                <a:lnTo>
                  <a:pt x="0" y="22225"/>
                </a:lnTo>
                <a:close/>
                <a:moveTo>
                  <a:pt x="72231" y="20315"/>
                </a:moveTo>
                <a:lnTo>
                  <a:pt x="72231" y="52784"/>
                </a:lnTo>
                <a:cubicBezTo>
                  <a:pt x="72231" y="57403"/>
                  <a:pt x="75947" y="61119"/>
                  <a:pt x="80566" y="61119"/>
                </a:cubicBezTo>
                <a:lnTo>
                  <a:pt x="113035" y="61119"/>
                </a:lnTo>
                <a:lnTo>
                  <a:pt x="72231" y="20315"/>
                </a:lnTo>
                <a:close/>
                <a:moveTo>
                  <a:pt x="41672" y="88900"/>
                </a:moveTo>
                <a:cubicBezTo>
                  <a:pt x="37053" y="88900"/>
                  <a:pt x="33337" y="92616"/>
                  <a:pt x="33337" y="97234"/>
                </a:cubicBezTo>
                <a:cubicBezTo>
                  <a:pt x="33337" y="101853"/>
                  <a:pt x="37053" y="105569"/>
                  <a:pt x="41672" y="105569"/>
                </a:cubicBezTo>
                <a:lnTo>
                  <a:pt x="91678" y="105569"/>
                </a:lnTo>
                <a:cubicBezTo>
                  <a:pt x="96297" y="105569"/>
                  <a:pt x="100013" y="101853"/>
                  <a:pt x="100013" y="97234"/>
                </a:cubicBezTo>
                <a:cubicBezTo>
                  <a:pt x="100013" y="92616"/>
                  <a:pt x="96297" y="88900"/>
                  <a:pt x="91678" y="88900"/>
                </a:cubicBezTo>
                <a:lnTo>
                  <a:pt x="41672" y="88900"/>
                </a:lnTo>
                <a:close/>
                <a:moveTo>
                  <a:pt x="41672" y="122238"/>
                </a:moveTo>
                <a:cubicBezTo>
                  <a:pt x="37053" y="122238"/>
                  <a:pt x="33337" y="125953"/>
                  <a:pt x="33337" y="130572"/>
                </a:cubicBezTo>
                <a:cubicBezTo>
                  <a:pt x="33337" y="135191"/>
                  <a:pt x="37053" y="138906"/>
                  <a:pt x="41672" y="138906"/>
                </a:cubicBezTo>
                <a:lnTo>
                  <a:pt x="91678" y="138906"/>
                </a:lnTo>
                <a:cubicBezTo>
                  <a:pt x="96297" y="138906"/>
                  <a:pt x="100013" y="135191"/>
                  <a:pt x="100013" y="130572"/>
                </a:cubicBezTo>
                <a:cubicBezTo>
                  <a:pt x="100013" y="125953"/>
                  <a:pt x="96297" y="122238"/>
                  <a:pt x="91678" y="122238"/>
                </a:cubicBezTo>
                <a:lnTo>
                  <a:pt x="41672" y="122238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5" name="Text 43"/>
          <p:cNvSpPr/>
          <p:nvPr/>
        </p:nvSpPr>
        <p:spPr>
          <a:xfrm>
            <a:off x="5045571" y="4321175"/>
            <a:ext cx="104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Formal descriptions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681736" y="4879975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304800"/>
                </a:lnTo>
                <a:cubicBezTo>
                  <a:pt x="1422400" y="360875"/>
                  <a:pt x="1376875" y="406400"/>
                  <a:pt x="1320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7" name="Shape 45"/>
          <p:cNvSpPr/>
          <p:nvPr/>
        </p:nvSpPr>
        <p:spPr>
          <a:xfrm>
            <a:off x="4808736" y="49942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27781"/>
                </a:moveTo>
                <a:cubicBezTo>
                  <a:pt x="0" y="18579"/>
                  <a:pt x="7466" y="11112"/>
                  <a:pt x="16669" y="11112"/>
                </a:cubicBezTo>
                <a:lnTo>
                  <a:pt x="50006" y="11112"/>
                </a:lnTo>
                <a:cubicBezTo>
                  <a:pt x="59209" y="11112"/>
                  <a:pt x="66675" y="18579"/>
                  <a:pt x="66675" y="27781"/>
                </a:cubicBezTo>
                <a:lnTo>
                  <a:pt x="66675" y="33337"/>
                </a:lnTo>
                <a:lnTo>
                  <a:pt x="111125" y="33337"/>
                </a:lnTo>
                <a:lnTo>
                  <a:pt x="111125" y="27781"/>
                </a:lnTo>
                <a:cubicBezTo>
                  <a:pt x="111125" y="18579"/>
                  <a:pt x="118591" y="11112"/>
                  <a:pt x="127794" y="11112"/>
                </a:cubicBezTo>
                <a:lnTo>
                  <a:pt x="161131" y="11112"/>
                </a:lnTo>
                <a:cubicBezTo>
                  <a:pt x="170334" y="11112"/>
                  <a:pt x="177800" y="18579"/>
                  <a:pt x="177800" y="27781"/>
                </a:cubicBezTo>
                <a:lnTo>
                  <a:pt x="177800" y="61119"/>
                </a:lnTo>
                <a:cubicBezTo>
                  <a:pt x="177800" y="70321"/>
                  <a:pt x="170334" y="77788"/>
                  <a:pt x="161131" y="77788"/>
                </a:cubicBezTo>
                <a:lnTo>
                  <a:pt x="127794" y="77788"/>
                </a:lnTo>
                <a:cubicBezTo>
                  <a:pt x="118591" y="77788"/>
                  <a:pt x="111125" y="70321"/>
                  <a:pt x="111125" y="61119"/>
                </a:cubicBezTo>
                <a:lnTo>
                  <a:pt x="111125" y="55563"/>
                </a:lnTo>
                <a:lnTo>
                  <a:pt x="66675" y="55563"/>
                </a:lnTo>
                <a:lnTo>
                  <a:pt x="66675" y="61119"/>
                </a:lnTo>
                <a:cubicBezTo>
                  <a:pt x="66675" y="63654"/>
                  <a:pt x="66085" y="66085"/>
                  <a:pt x="65078" y="68238"/>
                </a:cubicBezTo>
                <a:lnTo>
                  <a:pt x="88900" y="100013"/>
                </a:lnTo>
                <a:lnTo>
                  <a:pt x="116681" y="100013"/>
                </a:lnTo>
                <a:cubicBezTo>
                  <a:pt x="125884" y="100013"/>
                  <a:pt x="133350" y="107479"/>
                  <a:pt x="133350" y="116681"/>
                </a:cubicBezTo>
                <a:lnTo>
                  <a:pt x="133350" y="150019"/>
                </a:lnTo>
                <a:cubicBezTo>
                  <a:pt x="133350" y="159221"/>
                  <a:pt x="125884" y="166688"/>
                  <a:pt x="116681" y="166688"/>
                </a:cubicBezTo>
                <a:lnTo>
                  <a:pt x="83344" y="166688"/>
                </a:lnTo>
                <a:cubicBezTo>
                  <a:pt x="74141" y="166688"/>
                  <a:pt x="66675" y="159221"/>
                  <a:pt x="66675" y="150019"/>
                </a:cubicBezTo>
                <a:lnTo>
                  <a:pt x="66675" y="116681"/>
                </a:lnTo>
                <a:cubicBezTo>
                  <a:pt x="66675" y="114146"/>
                  <a:pt x="67265" y="111715"/>
                  <a:pt x="68272" y="109562"/>
                </a:cubicBezTo>
                <a:lnTo>
                  <a:pt x="44450" y="77788"/>
                </a:lnTo>
                <a:lnTo>
                  <a:pt x="16669" y="77788"/>
                </a:lnTo>
                <a:cubicBezTo>
                  <a:pt x="7466" y="77788"/>
                  <a:pt x="0" y="70321"/>
                  <a:pt x="0" y="61119"/>
                </a:cubicBezTo>
                <a:lnTo>
                  <a:pt x="0" y="27781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48" name="Text 46"/>
          <p:cNvSpPr/>
          <p:nvPr/>
        </p:nvSpPr>
        <p:spPr>
          <a:xfrm>
            <a:off x="5107186" y="4981575"/>
            <a:ext cx="723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681736" y="5337175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304800"/>
                </a:lnTo>
                <a:cubicBezTo>
                  <a:pt x="1422400" y="360875"/>
                  <a:pt x="1376875" y="406400"/>
                  <a:pt x="1320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50" name="Shape 48"/>
          <p:cNvSpPr/>
          <p:nvPr/>
        </p:nvSpPr>
        <p:spPr>
          <a:xfrm>
            <a:off x="4808736" y="54514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66675" y="22225"/>
                </a:moveTo>
                <a:cubicBezTo>
                  <a:pt x="66675" y="16078"/>
                  <a:pt x="71641" y="11112"/>
                  <a:pt x="77788" y="11112"/>
                </a:cubicBezTo>
                <a:lnTo>
                  <a:pt x="100013" y="11112"/>
                </a:lnTo>
                <a:cubicBezTo>
                  <a:pt x="106159" y="11112"/>
                  <a:pt x="111125" y="16078"/>
                  <a:pt x="111125" y="22225"/>
                </a:cubicBezTo>
                <a:lnTo>
                  <a:pt x="111125" y="44450"/>
                </a:lnTo>
                <a:cubicBezTo>
                  <a:pt x="111125" y="50597"/>
                  <a:pt x="106159" y="55563"/>
                  <a:pt x="100013" y="55563"/>
                </a:cubicBezTo>
                <a:lnTo>
                  <a:pt x="97234" y="55563"/>
                </a:lnTo>
                <a:lnTo>
                  <a:pt x="97234" y="77788"/>
                </a:lnTo>
                <a:lnTo>
                  <a:pt x="138906" y="77788"/>
                </a:lnTo>
                <a:cubicBezTo>
                  <a:pt x="152727" y="77788"/>
                  <a:pt x="163909" y="88969"/>
                  <a:pt x="163909" y="102791"/>
                </a:cubicBezTo>
                <a:lnTo>
                  <a:pt x="163909" y="122238"/>
                </a:lnTo>
                <a:lnTo>
                  <a:pt x="166688" y="122238"/>
                </a:lnTo>
                <a:cubicBezTo>
                  <a:pt x="172834" y="122238"/>
                  <a:pt x="177800" y="127203"/>
                  <a:pt x="177800" y="133350"/>
                </a:cubicBezTo>
                <a:lnTo>
                  <a:pt x="177800" y="155575"/>
                </a:lnTo>
                <a:cubicBezTo>
                  <a:pt x="177800" y="161722"/>
                  <a:pt x="172834" y="166688"/>
                  <a:pt x="166688" y="166688"/>
                </a:cubicBezTo>
                <a:lnTo>
                  <a:pt x="144463" y="166688"/>
                </a:lnTo>
                <a:cubicBezTo>
                  <a:pt x="138316" y="166688"/>
                  <a:pt x="133350" y="161722"/>
                  <a:pt x="133350" y="155575"/>
                </a:cubicBezTo>
                <a:lnTo>
                  <a:pt x="133350" y="133350"/>
                </a:lnTo>
                <a:cubicBezTo>
                  <a:pt x="133350" y="127203"/>
                  <a:pt x="138316" y="122238"/>
                  <a:pt x="144463" y="122238"/>
                </a:cubicBezTo>
                <a:lnTo>
                  <a:pt x="147241" y="122238"/>
                </a:lnTo>
                <a:lnTo>
                  <a:pt x="147241" y="102791"/>
                </a:lnTo>
                <a:cubicBezTo>
                  <a:pt x="147241" y="98172"/>
                  <a:pt x="143525" y="94456"/>
                  <a:pt x="138906" y="94456"/>
                </a:cubicBezTo>
                <a:lnTo>
                  <a:pt x="97234" y="94456"/>
                </a:lnTo>
                <a:lnTo>
                  <a:pt x="97234" y="122238"/>
                </a:lnTo>
                <a:lnTo>
                  <a:pt x="100013" y="122238"/>
                </a:lnTo>
                <a:cubicBezTo>
                  <a:pt x="106159" y="122238"/>
                  <a:pt x="111125" y="127203"/>
                  <a:pt x="111125" y="133350"/>
                </a:cubicBezTo>
                <a:lnTo>
                  <a:pt x="111125" y="155575"/>
                </a:lnTo>
                <a:cubicBezTo>
                  <a:pt x="111125" y="161722"/>
                  <a:pt x="106159" y="166688"/>
                  <a:pt x="100013" y="166688"/>
                </a:cubicBezTo>
                <a:lnTo>
                  <a:pt x="77788" y="166688"/>
                </a:lnTo>
                <a:cubicBezTo>
                  <a:pt x="71641" y="166688"/>
                  <a:pt x="66675" y="161722"/>
                  <a:pt x="66675" y="155575"/>
                </a:cubicBezTo>
                <a:lnTo>
                  <a:pt x="66675" y="133350"/>
                </a:lnTo>
                <a:cubicBezTo>
                  <a:pt x="66675" y="127203"/>
                  <a:pt x="71641" y="122238"/>
                  <a:pt x="77788" y="122238"/>
                </a:cubicBezTo>
                <a:lnTo>
                  <a:pt x="80566" y="122238"/>
                </a:lnTo>
                <a:lnTo>
                  <a:pt x="80566" y="94456"/>
                </a:lnTo>
                <a:lnTo>
                  <a:pt x="38894" y="94456"/>
                </a:lnTo>
                <a:cubicBezTo>
                  <a:pt x="34275" y="94456"/>
                  <a:pt x="30559" y="98172"/>
                  <a:pt x="30559" y="102791"/>
                </a:cubicBezTo>
                <a:lnTo>
                  <a:pt x="30559" y="122238"/>
                </a:lnTo>
                <a:lnTo>
                  <a:pt x="33337" y="122238"/>
                </a:lnTo>
                <a:cubicBezTo>
                  <a:pt x="39484" y="122238"/>
                  <a:pt x="44450" y="127203"/>
                  <a:pt x="44450" y="133350"/>
                </a:cubicBezTo>
                <a:lnTo>
                  <a:pt x="44450" y="155575"/>
                </a:lnTo>
                <a:cubicBezTo>
                  <a:pt x="44450" y="161722"/>
                  <a:pt x="39484" y="166688"/>
                  <a:pt x="33337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33350"/>
                </a:lnTo>
                <a:cubicBezTo>
                  <a:pt x="0" y="127203"/>
                  <a:pt x="4966" y="122238"/>
                  <a:pt x="11112" y="122238"/>
                </a:cubicBezTo>
                <a:lnTo>
                  <a:pt x="13891" y="122238"/>
                </a:lnTo>
                <a:lnTo>
                  <a:pt x="13891" y="102791"/>
                </a:lnTo>
                <a:cubicBezTo>
                  <a:pt x="13891" y="88969"/>
                  <a:pt x="25073" y="77788"/>
                  <a:pt x="38894" y="77788"/>
                </a:cubicBezTo>
                <a:lnTo>
                  <a:pt x="80566" y="77788"/>
                </a:lnTo>
                <a:lnTo>
                  <a:pt x="80566" y="55563"/>
                </a:lnTo>
                <a:lnTo>
                  <a:pt x="77788" y="55563"/>
                </a:lnTo>
                <a:cubicBezTo>
                  <a:pt x="71641" y="55563"/>
                  <a:pt x="66675" y="50597"/>
                  <a:pt x="66675" y="44450"/>
                </a:cubicBezTo>
                <a:lnTo>
                  <a:pt x="66675" y="22225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1" name="Text 49"/>
          <p:cNvSpPr/>
          <p:nvPr/>
        </p:nvSpPr>
        <p:spPr>
          <a:xfrm>
            <a:off x="5107186" y="5438775"/>
            <a:ext cx="76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63804" y="1854200"/>
            <a:ext cx="1828800" cy="6781800"/>
          </a:xfrm>
          <a:custGeom>
            <a:avLst/>
            <a:gdLst/>
            <a:ahLst/>
            <a:cxnLst/>
            <a:rect l="l" t="t" r="r" b="b"/>
            <a:pathLst>
              <a:path w="1828800" h="6781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6578602"/>
                </a:lnTo>
                <a:cubicBezTo>
                  <a:pt x="1828800" y="6690825"/>
                  <a:pt x="1737825" y="6781800"/>
                  <a:pt x="1625602" y="6781800"/>
                </a:cubicBezTo>
                <a:lnTo>
                  <a:pt x="203198" y="6781800"/>
                </a:lnTo>
                <a:cubicBezTo>
                  <a:pt x="90975" y="6781800"/>
                  <a:pt x="0" y="6690825"/>
                  <a:pt x="0" y="657860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463804" y="1854200"/>
            <a:ext cx="1828800" cy="50800"/>
          </a:xfrm>
          <a:custGeom>
            <a:avLst/>
            <a:gdLst/>
            <a:ahLst/>
            <a:cxnLst/>
            <a:rect l="l" t="t" r="r" b="b"/>
            <a:pathLst>
              <a:path w="1828800" h="50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54" name="Shape 52"/>
          <p:cNvSpPr/>
          <p:nvPr/>
        </p:nvSpPr>
        <p:spPr>
          <a:xfrm>
            <a:off x="7075388" y="208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198" y="0"/>
                </a:moveTo>
                <a:lnTo>
                  <a:pt x="406402" y="0"/>
                </a:lnTo>
                <a:cubicBezTo>
                  <a:pt x="518550" y="0"/>
                  <a:pt x="609600" y="91050"/>
                  <a:pt x="609600" y="203198"/>
                </a:cubicBezTo>
                <a:lnTo>
                  <a:pt x="609600" y="406402"/>
                </a:lnTo>
                <a:cubicBezTo>
                  <a:pt x="609600" y="518625"/>
                  <a:pt x="518625" y="609600"/>
                  <a:pt x="406402" y="609600"/>
                </a:cubicBezTo>
                <a:lnTo>
                  <a:pt x="203198" y="609600"/>
                </a:lnTo>
                <a:cubicBezTo>
                  <a:pt x="91050" y="609600"/>
                  <a:pt x="0" y="518550"/>
                  <a:pt x="0" y="4064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55" name="Text 53"/>
          <p:cNvSpPr/>
          <p:nvPr/>
        </p:nvSpPr>
        <p:spPr>
          <a:xfrm>
            <a:off x="7305377" y="22098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79927" y="2794000"/>
            <a:ext cx="100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67004" y="3251200"/>
            <a:ext cx="15113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 accuracy and completeness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667004" y="4219575"/>
            <a:ext cx="1422400" cy="609600"/>
          </a:xfrm>
          <a:custGeom>
            <a:avLst/>
            <a:gdLst/>
            <a:ahLst/>
            <a:cxnLst/>
            <a:rect l="l" t="t" r="r" b="b"/>
            <a:pathLst>
              <a:path w="1422400" h="6096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507998"/>
                </a:lnTo>
                <a:cubicBezTo>
                  <a:pt x="1422400" y="564111"/>
                  <a:pt x="1376911" y="609600"/>
                  <a:pt x="1320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59" name="Shape 57"/>
          <p:cNvSpPr/>
          <p:nvPr/>
        </p:nvSpPr>
        <p:spPr>
          <a:xfrm>
            <a:off x="6797179" y="4435475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86782" y="23197"/>
                </a:moveTo>
                <a:cubicBezTo>
                  <a:pt x="90393" y="18231"/>
                  <a:pt x="89282" y="11286"/>
                  <a:pt x="84316" y="7675"/>
                </a:cubicBezTo>
                <a:cubicBezTo>
                  <a:pt x="79350" y="4063"/>
                  <a:pt x="72405" y="5174"/>
                  <a:pt x="68793" y="10140"/>
                </a:cubicBezTo>
                <a:lnTo>
                  <a:pt x="31983" y="60737"/>
                </a:lnTo>
                <a:lnTo>
                  <a:pt x="18961" y="47714"/>
                </a:lnTo>
                <a:cubicBezTo>
                  <a:pt x="14620" y="43373"/>
                  <a:pt x="7570" y="43373"/>
                  <a:pt x="3230" y="47714"/>
                </a:cubicBezTo>
                <a:cubicBezTo>
                  <a:pt x="-1111" y="52055"/>
                  <a:pt x="-1111" y="59105"/>
                  <a:pt x="3230" y="63445"/>
                </a:cubicBezTo>
                <a:lnTo>
                  <a:pt x="25455" y="85670"/>
                </a:lnTo>
                <a:cubicBezTo>
                  <a:pt x="27747" y="87962"/>
                  <a:pt x="30941" y="89143"/>
                  <a:pt x="34171" y="88900"/>
                </a:cubicBezTo>
                <a:cubicBezTo>
                  <a:pt x="37401" y="88657"/>
                  <a:pt x="40387" y="86990"/>
                  <a:pt x="42297" y="84351"/>
                </a:cubicBezTo>
                <a:lnTo>
                  <a:pt x="86747" y="23232"/>
                </a:lnTo>
                <a:close/>
                <a:moveTo>
                  <a:pt x="131232" y="70425"/>
                </a:moveTo>
                <a:cubicBezTo>
                  <a:pt x="134843" y="65460"/>
                  <a:pt x="133732" y="58514"/>
                  <a:pt x="128766" y="54903"/>
                </a:cubicBezTo>
                <a:cubicBezTo>
                  <a:pt x="123800" y="51291"/>
                  <a:pt x="116855" y="52402"/>
                  <a:pt x="113243" y="57368"/>
                </a:cubicBezTo>
                <a:lnTo>
                  <a:pt x="54208" y="138524"/>
                </a:lnTo>
                <a:lnTo>
                  <a:pt x="30073" y="114389"/>
                </a:lnTo>
                <a:cubicBezTo>
                  <a:pt x="25732" y="110048"/>
                  <a:pt x="18683" y="110048"/>
                  <a:pt x="14342" y="114389"/>
                </a:cubicBezTo>
                <a:cubicBezTo>
                  <a:pt x="10001" y="118730"/>
                  <a:pt x="10001" y="125780"/>
                  <a:pt x="14342" y="130120"/>
                </a:cubicBezTo>
                <a:lnTo>
                  <a:pt x="47680" y="163458"/>
                </a:lnTo>
                <a:cubicBezTo>
                  <a:pt x="49972" y="165750"/>
                  <a:pt x="53166" y="166931"/>
                  <a:pt x="56396" y="166688"/>
                </a:cubicBezTo>
                <a:cubicBezTo>
                  <a:pt x="59626" y="166444"/>
                  <a:pt x="62612" y="164778"/>
                  <a:pt x="64522" y="162138"/>
                </a:cubicBezTo>
                <a:lnTo>
                  <a:pt x="131197" y="7046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60" name="Text 58"/>
          <p:cNvSpPr/>
          <p:nvPr/>
        </p:nvSpPr>
        <p:spPr>
          <a:xfrm>
            <a:off x="7062986" y="4321175"/>
            <a:ext cx="100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check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667004" y="4879975"/>
            <a:ext cx="1422400" cy="406400"/>
          </a:xfrm>
          <a:custGeom>
            <a:avLst/>
            <a:gdLst/>
            <a:ahLst/>
            <a:cxnLst/>
            <a:rect l="l" t="t" r="r" b="b"/>
            <a:pathLst>
              <a:path w="1422400" h="406400">
                <a:moveTo>
                  <a:pt x="101600" y="0"/>
                </a:moveTo>
                <a:lnTo>
                  <a:pt x="1320800" y="0"/>
                </a:lnTo>
                <a:cubicBezTo>
                  <a:pt x="1376875" y="0"/>
                  <a:pt x="1422400" y="45525"/>
                  <a:pt x="1422400" y="101600"/>
                </a:cubicBezTo>
                <a:lnTo>
                  <a:pt x="1422400" y="304800"/>
                </a:lnTo>
                <a:cubicBezTo>
                  <a:pt x="1422400" y="360875"/>
                  <a:pt x="1376875" y="406400"/>
                  <a:pt x="1320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62" name="Shape 60"/>
          <p:cNvSpPr/>
          <p:nvPr/>
        </p:nvSpPr>
        <p:spPr>
          <a:xfrm>
            <a:off x="6778129" y="4994275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86782" y="23197"/>
                </a:moveTo>
                <a:cubicBezTo>
                  <a:pt x="90393" y="18231"/>
                  <a:pt x="89282" y="11286"/>
                  <a:pt x="84316" y="7675"/>
                </a:cubicBezTo>
                <a:cubicBezTo>
                  <a:pt x="79350" y="4063"/>
                  <a:pt x="72405" y="5174"/>
                  <a:pt x="68793" y="10140"/>
                </a:cubicBezTo>
                <a:lnTo>
                  <a:pt x="31983" y="60737"/>
                </a:lnTo>
                <a:lnTo>
                  <a:pt x="18961" y="47714"/>
                </a:lnTo>
                <a:cubicBezTo>
                  <a:pt x="14620" y="43373"/>
                  <a:pt x="7570" y="43373"/>
                  <a:pt x="3230" y="47714"/>
                </a:cubicBezTo>
                <a:cubicBezTo>
                  <a:pt x="-1111" y="52055"/>
                  <a:pt x="-1111" y="59105"/>
                  <a:pt x="3230" y="63445"/>
                </a:cubicBezTo>
                <a:lnTo>
                  <a:pt x="25455" y="85670"/>
                </a:lnTo>
                <a:cubicBezTo>
                  <a:pt x="27747" y="87962"/>
                  <a:pt x="30941" y="89143"/>
                  <a:pt x="34171" y="88900"/>
                </a:cubicBezTo>
                <a:cubicBezTo>
                  <a:pt x="37401" y="88657"/>
                  <a:pt x="40387" y="86990"/>
                  <a:pt x="42297" y="84351"/>
                </a:cubicBezTo>
                <a:lnTo>
                  <a:pt x="86747" y="23232"/>
                </a:lnTo>
                <a:close/>
                <a:moveTo>
                  <a:pt x="131232" y="70425"/>
                </a:moveTo>
                <a:cubicBezTo>
                  <a:pt x="134843" y="65460"/>
                  <a:pt x="133732" y="58514"/>
                  <a:pt x="128766" y="54903"/>
                </a:cubicBezTo>
                <a:cubicBezTo>
                  <a:pt x="123800" y="51291"/>
                  <a:pt x="116855" y="52402"/>
                  <a:pt x="113243" y="57368"/>
                </a:cubicBezTo>
                <a:lnTo>
                  <a:pt x="54208" y="138524"/>
                </a:lnTo>
                <a:lnTo>
                  <a:pt x="30073" y="114389"/>
                </a:lnTo>
                <a:cubicBezTo>
                  <a:pt x="25732" y="110048"/>
                  <a:pt x="18683" y="110048"/>
                  <a:pt x="14342" y="114389"/>
                </a:cubicBezTo>
                <a:cubicBezTo>
                  <a:pt x="10001" y="118730"/>
                  <a:pt x="10001" y="125780"/>
                  <a:pt x="14342" y="130120"/>
                </a:cubicBezTo>
                <a:lnTo>
                  <a:pt x="47680" y="163458"/>
                </a:lnTo>
                <a:cubicBezTo>
                  <a:pt x="49972" y="165750"/>
                  <a:pt x="53166" y="166931"/>
                  <a:pt x="56396" y="166688"/>
                </a:cubicBezTo>
                <a:cubicBezTo>
                  <a:pt x="59626" y="166444"/>
                  <a:pt x="62612" y="164778"/>
                  <a:pt x="64522" y="162138"/>
                </a:cubicBezTo>
                <a:lnTo>
                  <a:pt x="131197" y="70460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63" name="Text 61"/>
          <p:cNvSpPr/>
          <p:nvPr/>
        </p:nvSpPr>
        <p:spPr>
          <a:xfrm>
            <a:off x="7019032" y="4981575"/>
            <a:ext cx="105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667004" y="5337175"/>
            <a:ext cx="1422400" cy="609600"/>
          </a:xfrm>
          <a:custGeom>
            <a:avLst/>
            <a:gdLst/>
            <a:ahLst/>
            <a:cxnLst/>
            <a:rect l="l" t="t" r="r" b="b"/>
            <a:pathLst>
              <a:path w="1422400" h="6096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507998"/>
                </a:lnTo>
                <a:cubicBezTo>
                  <a:pt x="1422400" y="564111"/>
                  <a:pt x="1376911" y="609600"/>
                  <a:pt x="1320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65" name="Shape 63"/>
          <p:cNvSpPr/>
          <p:nvPr/>
        </p:nvSpPr>
        <p:spPr>
          <a:xfrm>
            <a:off x="6727329" y="5553075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11125" y="5556"/>
                </a:moveTo>
                <a:cubicBezTo>
                  <a:pt x="131058" y="5556"/>
                  <a:pt x="147241" y="21739"/>
                  <a:pt x="147241" y="41672"/>
                </a:cubicBezTo>
                <a:cubicBezTo>
                  <a:pt x="147241" y="61605"/>
                  <a:pt x="131058" y="77788"/>
                  <a:pt x="111125" y="77788"/>
                </a:cubicBezTo>
                <a:cubicBezTo>
                  <a:pt x="91192" y="77788"/>
                  <a:pt x="75009" y="61605"/>
                  <a:pt x="75009" y="41672"/>
                </a:cubicBezTo>
                <a:cubicBezTo>
                  <a:pt x="75009" y="21739"/>
                  <a:pt x="91192" y="5556"/>
                  <a:pt x="111125" y="5556"/>
                </a:cubicBezTo>
                <a:close/>
                <a:moveTo>
                  <a:pt x="33337" y="30559"/>
                </a:moveTo>
                <a:cubicBezTo>
                  <a:pt x="47137" y="30559"/>
                  <a:pt x="58341" y="41763"/>
                  <a:pt x="58341" y="55563"/>
                </a:cubicBezTo>
                <a:cubicBezTo>
                  <a:pt x="58341" y="69362"/>
                  <a:pt x="47137" y="80566"/>
                  <a:pt x="33337" y="80566"/>
                </a:cubicBezTo>
                <a:cubicBezTo>
                  <a:pt x="19538" y="80566"/>
                  <a:pt x="8334" y="69362"/>
                  <a:pt x="8334" y="55563"/>
                </a:cubicBezTo>
                <a:cubicBezTo>
                  <a:pt x="8334" y="41763"/>
                  <a:pt x="19538" y="30559"/>
                  <a:pt x="33337" y="30559"/>
                </a:cubicBezTo>
                <a:close/>
                <a:moveTo>
                  <a:pt x="0" y="144463"/>
                </a:moveTo>
                <a:cubicBezTo>
                  <a:pt x="0" y="119911"/>
                  <a:pt x="19898" y="100013"/>
                  <a:pt x="44450" y="100013"/>
                </a:cubicBezTo>
                <a:cubicBezTo>
                  <a:pt x="48895" y="100013"/>
                  <a:pt x="53201" y="100672"/>
                  <a:pt x="57264" y="101888"/>
                </a:cubicBezTo>
                <a:cubicBezTo>
                  <a:pt x="45839" y="114667"/>
                  <a:pt x="38894" y="131544"/>
                  <a:pt x="38894" y="150019"/>
                </a:cubicBezTo>
                <a:lnTo>
                  <a:pt x="38894" y="155575"/>
                </a:lnTo>
                <a:cubicBezTo>
                  <a:pt x="38894" y="159534"/>
                  <a:pt x="39727" y="163284"/>
                  <a:pt x="41220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44463"/>
                </a:lnTo>
                <a:close/>
                <a:moveTo>
                  <a:pt x="181030" y="166688"/>
                </a:moveTo>
                <a:cubicBezTo>
                  <a:pt x="182523" y="163284"/>
                  <a:pt x="183356" y="159534"/>
                  <a:pt x="183356" y="155575"/>
                </a:cubicBezTo>
                <a:lnTo>
                  <a:pt x="183356" y="150019"/>
                </a:lnTo>
                <a:cubicBezTo>
                  <a:pt x="183356" y="131544"/>
                  <a:pt x="176411" y="114667"/>
                  <a:pt x="164986" y="101888"/>
                </a:cubicBezTo>
                <a:cubicBezTo>
                  <a:pt x="169049" y="100672"/>
                  <a:pt x="173355" y="100013"/>
                  <a:pt x="177800" y="100013"/>
                </a:cubicBezTo>
                <a:cubicBezTo>
                  <a:pt x="202352" y="100013"/>
                  <a:pt x="222250" y="119911"/>
                  <a:pt x="222250" y="144463"/>
                </a:cubicBezTo>
                <a:lnTo>
                  <a:pt x="222250" y="155575"/>
                </a:lnTo>
                <a:cubicBezTo>
                  <a:pt x="222250" y="161722"/>
                  <a:pt x="217284" y="166688"/>
                  <a:pt x="211138" y="166688"/>
                </a:cubicBezTo>
                <a:lnTo>
                  <a:pt x="181030" y="166688"/>
                </a:lnTo>
                <a:close/>
                <a:moveTo>
                  <a:pt x="163909" y="55563"/>
                </a:moveTo>
                <a:cubicBezTo>
                  <a:pt x="163909" y="41763"/>
                  <a:pt x="175113" y="30559"/>
                  <a:pt x="188913" y="30559"/>
                </a:cubicBezTo>
                <a:cubicBezTo>
                  <a:pt x="202712" y="30559"/>
                  <a:pt x="213916" y="41763"/>
                  <a:pt x="213916" y="55562"/>
                </a:cubicBezTo>
                <a:cubicBezTo>
                  <a:pt x="213916" y="69362"/>
                  <a:pt x="202712" y="80566"/>
                  <a:pt x="188913" y="80566"/>
                </a:cubicBezTo>
                <a:cubicBezTo>
                  <a:pt x="175113" y="80566"/>
                  <a:pt x="163909" y="69362"/>
                  <a:pt x="163909" y="55563"/>
                </a:cubicBezTo>
                <a:close/>
                <a:moveTo>
                  <a:pt x="55563" y="150019"/>
                </a:moveTo>
                <a:cubicBezTo>
                  <a:pt x="55563" y="119320"/>
                  <a:pt x="80427" y="94456"/>
                  <a:pt x="111125" y="94456"/>
                </a:cubicBezTo>
                <a:cubicBezTo>
                  <a:pt x="141823" y="94456"/>
                  <a:pt x="166688" y="119320"/>
                  <a:pt x="166688" y="150019"/>
                </a:cubicBezTo>
                <a:lnTo>
                  <a:pt x="166688" y="155575"/>
                </a:lnTo>
                <a:cubicBezTo>
                  <a:pt x="166688" y="161722"/>
                  <a:pt x="161722" y="166688"/>
                  <a:pt x="155575" y="166688"/>
                </a:cubicBezTo>
                <a:lnTo>
                  <a:pt x="66675" y="166688"/>
                </a:lnTo>
                <a:cubicBezTo>
                  <a:pt x="60528" y="166688"/>
                  <a:pt x="55563" y="161722"/>
                  <a:pt x="55563" y="155575"/>
                </a:cubicBezTo>
                <a:lnTo>
                  <a:pt x="55563" y="150019"/>
                </a:ln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66" name="Text 64"/>
          <p:cNvSpPr/>
          <p:nvPr/>
        </p:nvSpPr>
        <p:spPr>
          <a:xfrm>
            <a:off x="7014468" y="5438775"/>
            <a:ext cx="1054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alignment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449072" y="1854200"/>
            <a:ext cx="1828800" cy="6781800"/>
          </a:xfrm>
          <a:custGeom>
            <a:avLst/>
            <a:gdLst/>
            <a:ahLst/>
            <a:cxnLst/>
            <a:rect l="l" t="t" r="r" b="b"/>
            <a:pathLst>
              <a:path w="1828800" h="6781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6578602"/>
                </a:lnTo>
                <a:cubicBezTo>
                  <a:pt x="1828800" y="6690825"/>
                  <a:pt x="1737825" y="6781800"/>
                  <a:pt x="1625602" y="6781800"/>
                </a:cubicBezTo>
                <a:lnTo>
                  <a:pt x="203198" y="6781800"/>
                </a:lnTo>
                <a:cubicBezTo>
                  <a:pt x="90975" y="6781800"/>
                  <a:pt x="0" y="6690825"/>
                  <a:pt x="0" y="657860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449072" y="1854200"/>
            <a:ext cx="1828800" cy="50800"/>
          </a:xfrm>
          <a:custGeom>
            <a:avLst/>
            <a:gdLst/>
            <a:ahLst/>
            <a:cxnLst/>
            <a:rect l="l" t="t" r="r" b="b"/>
            <a:pathLst>
              <a:path w="1828800" h="50800">
                <a:moveTo>
                  <a:pt x="50800" y="0"/>
                </a:moveTo>
                <a:lnTo>
                  <a:pt x="1778000" y="0"/>
                </a:lnTo>
                <a:cubicBezTo>
                  <a:pt x="1806037" y="0"/>
                  <a:pt x="1828800" y="22763"/>
                  <a:pt x="1828800" y="50800"/>
                </a:cubicBezTo>
                <a:lnTo>
                  <a:pt x="1828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69" name="Shape 67"/>
          <p:cNvSpPr/>
          <p:nvPr/>
        </p:nvSpPr>
        <p:spPr>
          <a:xfrm>
            <a:off x="9060656" y="208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03198" y="0"/>
                </a:moveTo>
                <a:lnTo>
                  <a:pt x="406402" y="0"/>
                </a:lnTo>
                <a:cubicBezTo>
                  <a:pt x="518550" y="0"/>
                  <a:pt x="609600" y="91050"/>
                  <a:pt x="609600" y="203198"/>
                </a:cubicBezTo>
                <a:lnTo>
                  <a:pt x="609600" y="406402"/>
                </a:lnTo>
                <a:cubicBezTo>
                  <a:pt x="609600" y="518625"/>
                  <a:pt x="518625" y="609600"/>
                  <a:pt x="406402" y="609600"/>
                </a:cubicBezTo>
                <a:lnTo>
                  <a:pt x="203198" y="609600"/>
                </a:lnTo>
                <a:cubicBezTo>
                  <a:pt x="91050" y="609600"/>
                  <a:pt x="0" y="518550"/>
                  <a:pt x="0" y="406402"/>
                </a:cubicBezTo>
                <a:lnTo>
                  <a:pt x="0" y="203198"/>
                </a:lnTo>
                <a:cubicBezTo>
                  <a:pt x="0" y="91050"/>
                  <a:pt x="91050" y="0"/>
                  <a:pt x="203198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0" name="Text 68"/>
          <p:cNvSpPr/>
          <p:nvPr/>
        </p:nvSpPr>
        <p:spPr>
          <a:xfrm>
            <a:off x="9292233" y="2209800"/>
            <a:ext cx="279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720534" y="2794000"/>
            <a:ext cx="129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652272" y="3251200"/>
            <a:ext cx="15113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changes throughout development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652272" y="4219575"/>
            <a:ext cx="1422400" cy="609600"/>
          </a:xfrm>
          <a:custGeom>
            <a:avLst/>
            <a:gdLst/>
            <a:ahLst/>
            <a:cxnLst/>
            <a:rect l="l" t="t" r="r" b="b"/>
            <a:pathLst>
              <a:path w="1422400" h="6096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507998"/>
                </a:lnTo>
                <a:cubicBezTo>
                  <a:pt x="1422400" y="564111"/>
                  <a:pt x="1376911" y="609600"/>
                  <a:pt x="1320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74" name="Shape 72"/>
          <p:cNvSpPr/>
          <p:nvPr/>
        </p:nvSpPr>
        <p:spPr>
          <a:xfrm>
            <a:off x="8760222" y="44354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885" y="79350"/>
                </a:moveTo>
                <a:cubicBezTo>
                  <a:pt x="27503" y="47054"/>
                  <a:pt x="55319" y="22225"/>
                  <a:pt x="88900" y="22225"/>
                </a:cubicBezTo>
                <a:cubicBezTo>
                  <a:pt x="107305" y="22225"/>
                  <a:pt x="123974" y="29691"/>
                  <a:pt x="136059" y="41741"/>
                </a:cubicBezTo>
                <a:cubicBezTo>
                  <a:pt x="136128" y="41811"/>
                  <a:pt x="136198" y="41880"/>
                  <a:pt x="136267" y="41950"/>
                </a:cubicBezTo>
                <a:lnTo>
                  <a:pt x="138906" y="44450"/>
                </a:lnTo>
                <a:lnTo>
                  <a:pt x="122272" y="44450"/>
                </a:lnTo>
                <a:cubicBezTo>
                  <a:pt x="116126" y="44450"/>
                  <a:pt x="111160" y="49416"/>
                  <a:pt x="111160" y="55563"/>
                </a:cubicBezTo>
                <a:cubicBezTo>
                  <a:pt x="111160" y="61709"/>
                  <a:pt x="116126" y="66675"/>
                  <a:pt x="122272" y="66675"/>
                </a:cubicBezTo>
                <a:lnTo>
                  <a:pt x="166722" y="66675"/>
                </a:lnTo>
                <a:cubicBezTo>
                  <a:pt x="172869" y="66675"/>
                  <a:pt x="177835" y="61709"/>
                  <a:pt x="177835" y="55563"/>
                </a:cubicBezTo>
                <a:lnTo>
                  <a:pt x="177835" y="11112"/>
                </a:lnTo>
                <a:cubicBezTo>
                  <a:pt x="177835" y="4966"/>
                  <a:pt x="172869" y="0"/>
                  <a:pt x="166722" y="0"/>
                </a:cubicBezTo>
                <a:cubicBezTo>
                  <a:pt x="160576" y="0"/>
                  <a:pt x="155610" y="4966"/>
                  <a:pt x="155610" y="11112"/>
                </a:cubicBezTo>
                <a:lnTo>
                  <a:pt x="155610" y="29656"/>
                </a:lnTo>
                <a:lnTo>
                  <a:pt x="151686" y="25941"/>
                </a:lnTo>
                <a:cubicBezTo>
                  <a:pt x="135607" y="9932"/>
                  <a:pt x="113382" y="0"/>
                  <a:pt x="88900" y="0"/>
                </a:cubicBezTo>
                <a:cubicBezTo>
                  <a:pt x="44103" y="0"/>
                  <a:pt x="7049" y="33129"/>
                  <a:pt x="903" y="76225"/>
                </a:cubicBezTo>
                <a:cubicBezTo>
                  <a:pt x="35" y="82302"/>
                  <a:pt x="4237" y="87928"/>
                  <a:pt x="10314" y="88796"/>
                </a:cubicBezTo>
                <a:cubicBezTo>
                  <a:pt x="16391" y="89664"/>
                  <a:pt x="22017" y="85427"/>
                  <a:pt x="22885" y="79385"/>
                </a:cubicBezTo>
                <a:close/>
                <a:moveTo>
                  <a:pt x="176897" y="101575"/>
                </a:moveTo>
                <a:cubicBezTo>
                  <a:pt x="177765" y="95498"/>
                  <a:pt x="173529" y="89872"/>
                  <a:pt x="167486" y="89004"/>
                </a:cubicBezTo>
                <a:cubicBezTo>
                  <a:pt x="161444" y="88136"/>
                  <a:pt x="155783" y="92373"/>
                  <a:pt x="154915" y="98415"/>
                </a:cubicBezTo>
                <a:cubicBezTo>
                  <a:pt x="150297" y="130711"/>
                  <a:pt x="122481" y="155540"/>
                  <a:pt x="88900" y="155540"/>
                </a:cubicBezTo>
                <a:cubicBezTo>
                  <a:pt x="70495" y="155540"/>
                  <a:pt x="53826" y="148074"/>
                  <a:pt x="41741" y="136024"/>
                </a:cubicBezTo>
                <a:cubicBezTo>
                  <a:pt x="41672" y="135954"/>
                  <a:pt x="41602" y="135885"/>
                  <a:pt x="41533" y="135816"/>
                </a:cubicBezTo>
                <a:lnTo>
                  <a:pt x="38894" y="133315"/>
                </a:lnTo>
                <a:lnTo>
                  <a:pt x="55528" y="133315"/>
                </a:lnTo>
                <a:cubicBezTo>
                  <a:pt x="61674" y="133315"/>
                  <a:pt x="66640" y="128349"/>
                  <a:pt x="66640" y="122203"/>
                </a:cubicBezTo>
                <a:cubicBezTo>
                  <a:pt x="66640" y="116056"/>
                  <a:pt x="61674" y="111090"/>
                  <a:pt x="55528" y="111090"/>
                </a:cubicBezTo>
                <a:lnTo>
                  <a:pt x="11112" y="111125"/>
                </a:lnTo>
                <a:cubicBezTo>
                  <a:pt x="8161" y="111125"/>
                  <a:pt x="5313" y="112306"/>
                  <a:pt x="3230" y="114424"/>
                </a:cubicBezTo>
                <a:cubicBezTo>
                  <a:pt x="1146" y="116542"/>
                  <a:pt x="-35" y="119355"/>
                  <a:pt x="0" y="122342"/>
                </a:cubicBezTo>
                <a:lnTo>
                  <a:pt x="347" y="166444"/>
                </a:lnTo>
                <a:cubicBezTo>
                  <a:pt x="382" y="172591"/>
                  <a:pt x="5417" y="177522"/>
                  <a:pt x="11564" y="177453"/>
                </a:cubicBezTo>
                <a:cubicBezTo>
                  <a:pt x="17711" y="177383"/>
                  <a:pt x="22642" y="172383"/>
                  <a:pt x="22572" y="166236"/>
                </a:cubicBezTo>
                <a:lnTo>
                  <a:pt x="22433" y="148352"/>
                </a:lnTo>
                <a:lnTo>
                  <a:pt x="26149" y="151859"/>
                </a:lnTo>
                <a:cubicBezTo>
                  <a:pt x="42228" y="167868"/>
                  <a:pt x="64418" y="177800"/>
                  <a:pt x="88900" y="177800"/>
                </a:cubicBezTo>
                <a:cubicBezTo>
                  <a:pt x="133697" y="177800"/>
                  <a:pt x="170751" y="144671"/>
                  <a:pt x="176897" y="101575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5" name="Text 73"/>
          <p:cNvSpPr/>
          <p:nvPr/>
        </p:nvSpPr>
        <p:spPr>
          <a:xfrm>
            <a:off x="9044186" y="4321175"/>
            <a:ext cx="100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tracking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652272" y="4879975"/>
            <a:ext cx="1422400" cy="609600"/>
          </a:xfrm>
          <a:custGeom>
            <a:avLst/>
            <a:gdLst/>
            <a:ahLst/>
            <a:cxnLst/>
            <a:rect l="l" t="t" r="r" b="b"/>
            <a:pathLst>
              <a:path w="1422400" h="6096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507998"/>
                </a:lnTo>
                <a:cubicBezTo>
                  <a:pt x="1422400" y="564111"/>
                  <a:pt x="1376911" y="609600"/>
                  <a:pt x="1320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77" name="Shape 75"/>
          <p:cNvSpPr/>
          <p:nvPr/>
        </p:nvSpPr>
        <p:spPr>
          <a:xfrm>
            <a:off x="8777684" y="5095875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27781" y="36116"/>
                </a:moveTo>
                <a:cubicBezTo>
                  <a:pt x="32381" y="36116"/>
                  <a:pt x="36116" y="32381"/>
                  <a:pt x="36116" y="27781"/>
                </a:cubicBezTo>
                <a:cubicBezTo>
                  <a:pt x="36116" y="23181"/>
                  <a:pt x="32381" y="19447"/>
                  <a:pt x="27781" y="19447"/>
                </a:cubicBezTo>
                <a:cubicBezTo>
                  <a:pt x="23181" y="19447"/>
                  <a:pt x="19447" y="23181"/>
                  <a:pt x="19447" y="27781"/>
                </a:cubicBezTo>
                <a:cubicBezTo>
                  <a:pt x="19447" y="32381"/>
                  <a:pt x="23181" y="36116"/>
                  <a:pt x="27781" y="36116"/>
                </a:cubicBezTo>
                <a:close/>
                <a:moveTo>
                  <a:pt x="55563" y="27781"/>
                </a:moveTo>
                <a:cubicBezTo>
                  <a:pt x="55563" y="39172"/>
                  <a:pt x="48721" y="48964"/>
                  <a:pt x="38894" y="53236"/>
                </a:cubicBezTo>
                <a:lnTo>
                  <a:pt x="38894" y="77788"/>
                </a:lnTo>
                <a:lnTo>
                  <a:pt x="100013" y="77788"/>
                </a:lnTo>
                <a:cubicBezTo>
                  <a:pt x="109215" y="77788"/>
                  <a:pt x="116681" y="70321"/>
                  <a:pt x="116681" y="61119"/>
                </a:cubicBezTo>
                <a:lnTo>
                  <a:pt x="116681" y="53236"/>
                </a:lnTo>
                <a:cubicBezTo>
                  <a:pt x="106854" y="48964"/>
                  <a:pt x="100013" y="39172"/>
                  <a:pt x="100013" y="27781"/>
                </a:cubicBezTo>
                <a:cubicBezTo>
                  <a:pt x="100013" y="12432"/>
                  <a:pt x="112445" y="0"/>
                  <a:pt x="127794" y="0"/>
                </a:cubicBezTo>
                <a:cubicBezTo>
                  <a:pt x="143143" y="0"/>
                  <a:pt x="155575" y="12432"/>
                  <a:pt x="155575" y="27781"/>
                </a:cubicBezTo>
                <a:cubicBezTo>
                  <a:pt x="155575" y="39172"/>
                  <a:pt x="148734" y="48964"/>
                  <a:pt x="138906" y="53236"/>
                </a:cubicBezTo>
                <a:lnTo>
                  <a:pt x="138906" y="61119"/>
                </a:lnTo>
                <a:cubicBezTo>
                  <a:pt x="138906" y="82614"/>
                  <a:pt x="121508" y="100013"/>
                  <a:pt x="100013" y="100013"/>
                </a:cubicBezTo>
                <a:lnTo>
                  <a:pt x="38894" y="100013"/>
                </a:lnTo>
                <a:lnTo>
                  <a:pt x="38894" y="124564"/>
                </a:lnTo>
                <a:cubicBezTo>
                  <a:pt x="48721" y="128836"/>
                  <a:pt x="55563" y="138628"/>
                  <a:pt x="55563" y="150019"/>
                </a:cubicBezTo>
                <a:cubicBezTo>
                  <a:pt x="55563" y="165368"/>
                  <a:pt x="43130" y="177800"/>
                  <a:pt x="27781" y="177800"/>
                </a:cubicBezTo>
                <a:cubicBezTo>
                  <a:pt x="12432" y="177800"/>
                  <a:pt x="0" y="165368"/>
                  <a:pt x="0" y="150019"/>
                </a:cubicBezTo>
                <a:cubicBezTo>
                  <a:pt x="0" y="138628"/>
                  <a:pt x="6841" y="128836"/>
                  <a:pt x="16669" y="124564"/>
                </a:cubicBezTo>
                <a:lnTo>
                  <a:pt x="16669" y="53271"/>
                </a:lnTo>
                <a:cubicBezTo>
                  <a:pt x="6841" y="48964"/>
                  <a:pt x="0" y="39172"/>
                  <a:pt x="0" y="27781"/>
                </a:cubicBezTo>
                <a:cubicBezTo>
                  <a:pt x="0" y="12432"/>
                  <a:pt x="12432" y="0"/>
                  <a:pt x="27781" y="0"/>
                </a:cubicBezTo>
                <a:cubicBezTo>
                  <a:pt x="43130" y="0"/>
                  <a:pt x="55563" y="12432"/>
                  <a:pt x="55563" y="27781"/>
                </a:cubicBezTo>
                <a:close/>
                <a:moveTo>
                  <a:pt x="136128" y="27781"/>
                </a:moveTo>
                <a:cubicBezTo>
                  <a:pt x="136128" y="23181"/>
                  <a:pt x="132394" y="19447"/>
                  <a:pt x="127794" y="19447"/>
                </a:cubicBezTo>
                <a:cubicBezTo>
                  <a:pt x="123194" y="19447"/>
                  <a:pt x="119459" y="23181"/>
                  <a:pt x="119459" y="27781"/>
                </a:cubicBezTo>
                <a:cubicBezTo>
                  <a:pt x="119459" y="32381"/>
                  <a:pt x="123194" y="36116"/>
                  <a:pt x="127794" y="36116"/>
                </a:cubicBezTo>
                <a:cubicBezTo>
                  <a:pt x="132394" y="36116"/>
                  <a:pt x="136128" y="32381"/>
                  <a:pt x="136128" y="27781"/>
                </a:cubicBezTo>
                <a:close/>
                <a:moveTo>
                  <a:pt x="27781" y="158353"/>
                </a:moveTo>
                <a:cubicBezTo>
                  <a:pt x="32381" y="158353"/>
                  <a:pt x="36116" y="154619"/>
                  <a:pt x="36116" y="150019"/>
                </a:cubicBezTo>
                <a:cubicBezTo>
                  <a:pt x="36116" y="145419"/>
                  <a:pt x="32381" y="141684"/>
                  <a:pt x="27781" y="141684"/>
                </a:cubicBezTo>
                <a:cubicBezTo>
                  <a:pt x="23181" y="141684"/>
                  <a:pt x="19447" y="145419"/>
                  <a:pt x="19447" y="150019"/>
                </a:cubicBezTo>
                <a:cubicBezTo>
                  <a:pt x="19447" y="154619"/>
                  <a:pt x="23181" y="158353"/>
                  <a:pt x="27781" y="158353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8" name="Text 76"/>
          <p:cNvSpPr/>
          <p:nvPr/>
        </p:nvSpPr>
        <p:spPr>
          <a:xfrm>
            <a:off x="9056291" y="4981575"/>
            <a:ext cx="100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652272" y="5540375"/>
            <a:ext cx="1422400" cy="609600"/>
          </a:xfrm>
          <a:custGeom>
            <a:avLst/>
            <a:gdLst/>
            <a:ahLst/>
            <a:cxnLst/>
            <a:rect l="l" t="t" r="r" b="b"/>
            <a:pathLst>
              <a:path w="1422400" h="609600">
                <a:moveTo>
                  <a:pt x="101602" y="0"/>
                </a:moveTo>
                <a:lnTo>
                  <a:pt x="1320798" y="0"/>
                </a:lnTo>
                <a:cubicBezTo>
                  <a:pt x="1376911" y="0"/>
                  <a:pt x="1422400" y="45489"/>
                  <a:pt x="1422400" y="101602"/>
                </a:cubicBezTo>
                <a:lnTo>
                  <a:pt x="1422400" y="507998"/>
                </a:lnTo>
                <a:cubicBezTo>
                  <a:pt x="1422400" y="564111"/>
                  <a:pt x="1376911" y="609600"/>
                  <a:pt x="13207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80" name="Shape 78"/>
          <p:cNvSpPr/>
          <p:nvPr/>
        </p:nvSpPr>
        <p:spPr>
          <a:xfrm>
            <a:off x="8766572" y="5756275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46464" y="12606"/>
                </a:moveTo>
                <a:cubicBezTo>
                  <a:pt x="50249" y="15245"/>
                  <a:pt x="51152" y="20454"/>
                  <a:pt x="48513" y="24204"/>
                </a:cubicBezTo>
                <a:lnTo>
                  <a:pt x="29066" y="51986"/>
                </a:lnTo>
                <a:cubicBezTo>
                  <a:pt x="27642" y="54000"/>
                  <a:pt x="25420" y="55285"/>
                  <a:pt x="22954" y="55493"/>
                </a:cubicBezTo>
                <a:cubicBezTo>
                  <a:pt x="20489" y="55701"/>
                  <a:pt x="18058" y="54868"/>
                  <a:pt x="16321" y="53132"/>
                </a:cubicBezTo>
                <a:lnTo>
                  <a:pt x="2431" y="39241"/>
                </a:lnTo>
                <a:cubicBezTo>
                  <a:pt x="-799" y="35977"/>
                  <a:pt x="-799" y="30698"/>
                  <a:pt x="2431" y="27434"/>
                </a:cubicBezTo>
                <a:cubicBezTo>
                  <a:pt x="5660" y="24170"/>
                  <a:pt x="10974" y="24204"/>
                  <a:pt x="14238" y="27434"/>
                </a:cubicBezTo>
                <a:lnTo>
                  <a:pt x="21114" y="34310"/>
                </a:lnTo>
                <a:lnTo>
                  <a:pt x="34865" y="14655"/>
                </a:lnTo>
                <a:cubicBezTo>
                  <a:pt x="37505" y="10869"/>
                  <a:pt x="42714" y="9967"/>
                  <a:pt x="46464" y="12606"/>
                </a:cubicBezTo>
                <a:close/>
                <a:moveTo>
                  <a:pt x="46464" y="68168"/>
                </a:moveTo>
                <a:cubicBezTo>
                  <a:pt x="50249" y="70807"/>
                  <a:pt x="51152" y="76016"/>
                  <a:pt x="48513" y="79767"/>
                </a:cubicBezTo>
                <a:lnTo>
                  <a:pt x="29066" y="107548"/>
                </a:lnTo>
                <a:cubicBezTo>
                  <a:pt x="27642" y="109562"/>
                  <a:pt x="25420" y="110847"/>
                  <a:pt x="22954" y="111056"/>
                </a:cubicBezTo>
                <a:cubicBezTo>
                  <a:pt x="20489" y="111264"/>
                  <a:pt x="18058" y="110430"/>
                  <a:pt x="16321" y="108694"/>
                </a:cubicBezTo>
                <a:lnTo>
                  <a:pt x="2431" y="94804"/>
                </a:lnTo>
                <a:cubicBezTo>
                  <a:pt x="-833" y="91539"/>
                  <a:pt x="-833" y="86261"/>
                  <a:pt x="2431" y="83031"/>
                </a:cubicBezTo>
                <a:cubicBezTo>
                  <a:pt x="5695" y="79802"/>
                  <a:pt x="10974" y="79767"/>
                  <a:pt x="14203" y="83031"/>
                </a:cubicBezTo>
                <a:lnTo>
                  <a:pt x="21079" y="89907"/>
                </a:lnTo>
                <a:lnTo>
                  <a:pt x="34831" y="70252"/>
                </a:lnTo>
                <a:cubicBezTo>
                  <a:pt x="37470" y="66467"/>
                  <a:pt x="42679" y="65564"/>
                  <a:pt x="46429" y="68203"/>
                </a:cubicBezTo>
                <a:close/>
                <a:moveTo>
                  <a:pt x="77788" y="33337"/>
                </a:moveTo>
                <a:cubicBezTo>
                  <a:pt x="77788" y="27191"/>
                  <a:pt x="82753" y="22225"/>
                  <a:pt x="88900" y="22225"/>
                </a:cubicBezTo>
                <a:lnTo>
                  <a:pt x="166688" y="22225"/>
                </a:lnTo>
                <a:cubicBezTo>
                  <a:pt x="172834" y="22225"/>
                  <a:pt x="177800" y="27191"/>
                  <a:pt x="177800" y="33337"/>
                </a:cubicBezTo>
                <a:cubicBezTo>
                  <a:pt x="177800" y="39484"/>
                  <a:pt x="172834" y="44450"/>
                  <a:pt x="166688" y="44450"/>
                </a:cubicBezTo>
                <a:lnTo>
                  <a:pt x="88900" y="44450"/>
                </a:lnTo>
                <a:cubicBezTo>
                  <a:pt x="82753" y="44450"/>
                  <a:pt x="77788" y="39484"/>
                  <a:pt x="77788" y="33337"/>
                </a:cubicBezTo>
                <a:close/>
                <a:moveTo>
                  <a:pt x="77788" y="88900"/>
                </a:moveTo>
                <a:cubicBezTo>
                  <a:pt x="77788" y="82753"/>
                  <a:pt x="82753" y="77788"/>
                  <a:pt x="88900" y="77788"/>
                </a:cubicBezTo>
                <a:lnTo>
                  <a:pt x="166688" y="77788"/>
                </a:lnTo>
                <a:cubicBezTo>
                  <a:pt x="172834" y="77788"/>
                  <a:pt x="177800" y="82753"/>
                  <a:pt x="177800" y="88900"/>
                </a:cubicBezTo>
                <a:cubicBezTo>
                  <a:pt x="177800" y="95047"/>
                  <a:pt x="172834" y="100013"/>
                  <a:pt x="166688" y="100013"/>
                </a:cubicBezTo>
                <a:lnTo>
                  <a:pt x="88900" y="100013"/>
                </a:lnTo>
                <a:cubicBezTo>
                  <a:pt x="82753" y="100013"/>
                  <a:pt x="77788" y="95047"/>
                  <a:pt x="77788" y="88900"/>
                </a:cubicBezTo>
                <a:close/>
                <a:moveTo>
                  <a:pt x="55563" y="144463"/>
                </a:moveTo>
                <a:cubicBezTo>
                  <a:pt x="55563" y="138316"/>
                  <a:pt x="60528" y="133350"/>
                  <a:pt x="66675" y="133350"/>
                </a:cubicBezTo>
                <a:lnTo>
                  <a:pt x="166688" y="133350"/>
                </a:lnTo>
                <a:cubicBezTo>
                  <a:pt x="172834" y="133350"/>
                  <a:pt x="177800" y="138316"/>
                  <a:pt x="177800" y="144463"/>
                </a:cubicBezTo>
                <a:cubicBezTo>
                  <a:pt x="177800" y="150609"/>
                  <a:pt x="172834" y="155575"/>
                  <a:pt x="166688" y="155575"/>
                </a:cubicBezTo>
                <a:lnTo>
                  <a:pt x="66675" y="155575"/>
                </a:lnTo>
                <a:cubicBezTo>
                  <a:pt x="60528" y="155575"/>
                  <a:pt x="55563" y="150609"/>
                  <a:pt x="55563" y="144463"/>
                </a:cubicBezTo>
                <a:close/>
                <a:moveTo>
                  <a:pt x="22225" y="130572"/>
                </a:moveTo>
                <a:cubicBezTo>
                  <a:pt x="29891" y="130572"/>
                  <a:pt x="36116" y="136796"/>
                  <a:pt x="36116" y="144463"/>
                </a:cubicBezTo>
                <a:cubicBezTo>
                  <a:pt x="36116" y="152129"/>
                  <a:pt x="29891" y="158353"/>
                  <a:pt x="22225" y="158353"/>
                </a:cubicBezTo>
                <a:cubicBezTo>
                  <a:pt x="14559" y="158353"/>
                  <a:pt x="8334" y="152129"/>
                  <a:pt x="8334" y="144463"/>
                </a:cubicBezTo>
                <a:cubicBezTo>
                  <a:pt x="8334" y="136796"/>
                  <a:pt x="14559" y="130572"/>
                  <a:pt x="22225" y="130572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81" name="Text 79"/>
          <p:cNvSpPr/>
          <p:nvPr/>
        </p:nvSpPr>
        <p:spPr>
          <a:xfrm>
            <a:off x="9053215" y="5641975"/>
            <a:ext cx="1003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analysis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0485140" y="1828800"/>
            <a:ext cx="5257800" cy="5486400"/>
          </a:xfrm>
          <a:custGeom>
            <a:avLst/>
            <a:gdLst/>
            <a:ahLst/>
            <a:cxnLst/>
            <a:rect l="l" t="t" r="r" b="b"/>
            <a:pathLst>
              <a:path w="5257800" h="5486400">
                <a:moveTo>
                  <a:pt x="203214" y="0"/>
                </a:moveTo>
                <a:lnTo>
                  <a:pt x="5054586" y="0"/>
                </a:lnTo>
                <a:cubicBezTo>
                  <a:pt x="5166818" y="0"/>
                  <a:pt x="5257800" y="90982"/>
                  <a:pt x="5257800" y="203214"/>
                </a:cubicBezTo>
                <a:lnTo>
                  <a:pt x="5257800" y="5283186"/>
                </a:lnTo>
                <a:cubicBezTo>
                  <a:pt x="5257800" y="5395418"/>
                  <a:pt x="5166818" y="5486400"/>
                  <a:pt x="5054586" y="5486400"/>
                </a:cubicBezTo>
                <a:lnTo>
                  <a:pt x="203214" y="5486400"/>
                </a:lnTo>
                <a:cubicBezTo>
                  <a:pt x="90982" y="5486400"/>
                  <a:pt x="0" y="5395418"/>
                  <a:pt x="0" y="5283186"/>
                </a:cubicBezTo>
                <a:lnTo>
                  <a:pt x="0" y="203214"/>
                </a:lnTo>
                <a:cubicBezTo>
                  <a:pt x="0" y="91057"/>
                  <a:pt x="91057" y="0"/>
                  <a:pt x="203214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83" name="Text 81"/>
          <p:cNvSpPr/>
          <p:nvPr/>
        </p:nvSpPr>
        <p:spPr>
          <a:xfrm>
            <a:off x="10739140" y="2082800"/>
            <a:ext cx="487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10739140" y="2641600"/>
            <a:ext cx="4749800" cy="812800"/>
          </a:xfrm>
          <a:custGeom>
            <a:avLst/>
            <a:gdLst/>
            <a:ahLst/>
            <a:cxnLst/>
            <a:rect l="l" t="t" r="r" b="b"/>
            <a:pathLst>
              <a:path w="4749800" h="812800">
                <a:moveTo>
                  <a:pt x="152400" y="0"/>
                </a:moveTo>
                <a:lnTo>
                  <a:pt x="4597400" y="0"/>
                </a:lnTo>
                <a:cubicBezTo>
                  <a:pt x="4681512" y="0"/>
                  <a:pt x="4749800" y="68288"/>
                  <a:pt x="4749800" y="152400"/>
                </a:cubicBezTo>
                <a:lnTo>
                  <a:pt x="4749800" y="660400"/>
                </a:lnTo>
                <a:cubicBezTo>
                  <a:pt x="4749800" y="744512"/>
                  <a:pt x="4681512" y="812800"/>
                  <a:pt x="4597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10923290" y="2844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86" name="Text 84"/>
          <p:cNvSpPr/>
          <p:nvPr/>
        </p:nvSpPr>
        <p:spPr>
          <a:xfrm>
            <a:off x="11361440" y="2794000"/>
            <a:ext cx="251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Ensures Quality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11361440" y="3098800"/>
            <a:ext cx="2501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Systematic approach reduces errors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0739140" y="3606800"/>
            <a:ext cx="4749800" cy="812800"/>
          </a:xfrm>
          <a:custGeom>
            <a:avLst/>
            <a:gdLst/>
            <a:ahLst/>
            <a:cxnLst/>
            <a:rect l="l" t="t" r="r" b="b"/>
            <a:pathLst>
              <a:path w="4749800" h="812800">
                <a:moveTo>
                  <a:pt x="152400" y="0"/>
                </a:moveTo>
                <a:lnTo>
                  <a:pt x="4597400" y="0"/>
                </a:lnTo>
                <a:cubicBezTo>
                  <a:pt x="4681512" y="0"/>
                  <a:pt x="4749800" y="68288"/>
                  <a:pt x="4749800" y="152400"/>
                </a:cubicBezTo>
                <a:lnTo>
                  <a:pt x="4749800" y="660400"/>
                </a:lnTo>
                <a:cubicBezTo>
                  <a:pt x="4749800" y="744512"/>
                  <a:pt x="4681512" y="812800"/>
                  <a:pt x="4597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0891540" y="38100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58750" y="7938"/>
                </a:moveTo>
                <a:cubicBezTo>
                  <a:pt x="187225" y="7938"/>
                  <a:pt x="210344" y="31056"/>
                  <a:pt x="210344" y="59531"/>
                </a:cubicBezTo>
                <a:cubicBezTo>
                  <a:pt x="210344" y="88007"/>
                  <a:pt x="187225" y="111125"/>
                  <a:pt x="158750" y="111125"/>
                </a:cubicBezTo>
                <a:cubicBezTo>
                  <a:pt x="130275" y="111125"/>
                  <a:pt x="107156" y="88007"/>
                  <a:pt x="107156" y="59531"/>
                </a:cubicBezTo>
                <a:cubicBezTo>
                  <a:pt x="107156" y="31056"/>
                  <a:pt x="130275" y="7938"/>
                  <a:pt x="158750" y="7938"/>
                </a:cubicBezTo>
                <a:close/>
                <a:moveTo>
                  <a:pt x="47625" y="43656"/>
                </a:moveTo>
                <a:cubicBezTo>
                  <a:pt x="67339" y="43656"/>
                  <a:pt x="83344" y="59661"/>
                  <a:pt x="83344" y="79375"/>
                </a:cubicBezTo>
                <a:cubicBezTo>
                  <a:pt x="83344" y="99089"/>
                  <a:pt x="67339" y="115094"/>
                  <a:pt x="47625" y="115094"/>
                </a:cubicBezTo>
                <a:cubicBezTo>
                  <a:pt x="27911" y="115094"/>
                  <a:pt x="11906" y="99089"/>
                  <a:pt x="11906" y="79375"/>
                </a:cubicBezTo>
                <a:cubicBezTo>
                  <a:pt x="11906" y="59661"/>
                  <a:pt x="27911" y="43656"/>
                  <a:pt x="47625" y="43656"/>
                </a:cubicBezTo>
                <a:close/>
                <a:moveTo>
                  <a:pt x="0" y="206375"/>
                </a:moveTo>
                <a:cubicBezTo>
                  <a:pt x="0" y="171301"/>
                  <a:pt x="28426" y="142875"/>
                  <a:pt x="63500" y="142875"/>
                </a:cubicBezTo>
                <a:cubicBezTo>
                  <a:pt x="69850" y="142875"/>
                  <a:pt x="76002" y="143818"/>
                  <a:pt x="81806" y="145554"/>
                </a:cubicBezTo>
                <a:cubicBezTo>
                  <a:pt x="65484" y="163810"/>
                  <a:pt x="55563" y="187920"/>
                  <a:pt x="55563" y="214313"/>
                </a:cubicBezTo>
                <a:lnTo>
                  <a:pt x="55563" y="222250"/>
                </a:lnTo>
                <a:cubicBezTo>
                  <a:pt x="55563" y="227905"/>
                  <a:pt x="56753" y="233263"/>
                  <a:pt x="58886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206375"/>
                </a:lnTo>
                <a:close/>
                <a:moveTo>
                  <a:pt x="258614" y="238125"/>
                </a:moveTo>
                <a:cubicBezTo>
                  <a:pt x="260747" y="233263"/>
                  <a:pt x="261937" y="227905"/>
                  <a:pt x="261937" y="222250"/>
                </a:cubicBezTo>
                <a:lnTo>
                  <a:pt x="261937" y="214313"/>
                </a:lnTo>
                <a:cubicBezTo>
                  <a:pt x="261937" y="187920"/>
                  <a:pt x="252016" y="163810"/>
                  <a:pt x="235694" y="145554"/>
                </a:cubicBezTo>
                <a:cubicBezTo>
                  <a:pt x="241498" y="143818"/>
                  <a:pt x="247650" y="142875"/>
                  <a:pt x="254000" y="142875"/>
                </a:cubicBezTo>
                <a:cubicBezTo>
                  <a:pt x="289074" y="142875"/>
                  <a:pt x="317500" y="171301"/>
                  <a:pt x="317500" y="206375"/>
                </a:cubicBezTo>
                <a:lnTo>
                  <a:pt x="317500" y="222250"/>
                </a:lnTo>
                <a:cubicBezTo>
                  <a:pt x="317500" y="231031"/>
                  <a:pt x="310406" y="238125"/>
                  <a:pt x="301625" y="238125"/>
                </a:cubicBezTo>
                <a:lnTo>
                  <a:pt x="258614" y="238125"/>
                </a:lnTo>
                <a:close/>
                <a:moveTo>
                  <a:pt x="234156" y="79375"/>
                </a:moveTo>
                <a:cubicBezTo>
                  <a:pt x="234156" y="59661"/>
                  <a:pt x="250161" y="43656"/>
                  <a:pt x="269875" y="43656"/>
                </a:cubicBezTo>
                <a:cubicBezTo>
                  <a:pt x="289589" y="43656"/>
                  <a:pt x="305594" y="59661"/>
                  <a:pt x="305594" y="79375"/>
                </a:cubicBezTo>
                <a:cubicBezTo>
                  <a:pt x="305594" y="99089"/>
                  <a:pt x="289589" y="115094"/>
                  <a:pt x="269875" y="115094"/>
                </a:cubicBezTo>
                <a:cubicBezTo>
                  <a:pt x="250161" y="115094"/>
                  <a:pt x="234156" y="99089"/>
                  <a:pt x="234156" y="79375"/>
                </a:cubicBezTo>
                <a:close/>
                <a:moveTo>
                  <a:pt x="79375" y="214313"/>
                </a:moveTo>
                <a:cubicBezTo>
                  <a:pt x="79375" y="170458"/>
                  <a:pt x="114895" y="134938"/>
                  <a:pt x="158750" y="134938"/>
                </a:cubicBezTo>
                <a:cubicBezTo>
                  <a:pt x="202605" y="134938"/>
                  <a:pt x="238125" y="170458"/>
                  <a:pt x="238125" y="214313"/>
                </a:cubicBezTo>
                <a:lnTo>
                  <a:pt x="238125" y="222250"/>
                </a:lnTo>
                <a:cubicBezTo>
                  <a:pt x="238125" y="231031"/>
                  <a:pt x="231031" y="238125"/>
                  <a:pt x="222250" y="238125"/>
                </a:cubicBezTo>
                <a:lnTo>
                  <a:pt x="95250" y="238125"/>
                </a:lnTo>
                <a:cubicBezTo>
                  <a:pt x="86469" y="238125"/>
                  <a:pt x="79375" y="231031"/>
                  <a:pt x="79375" y="222250"/>
                </a:cubicBezTo>
                <a:lnTo>
                  <a:pt x="79375" y="214313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90" name="Text 88"/>
          <p:cNvSpPr/>
          <p:nvPr/>
        </p:nvSpPr>
        <p:spPr>
          <a:xfrm>
            <a:off x="11361440" y="3759200"/>
            <a:ext cx="204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Satisfaction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11361440" y="4064000"/>
            <a:ext cx="203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Aligns with user expectations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10739140" y="4572000"/>
            <a:ext cx="4749800" cy="812800"/>
          </a:xfrm>
          <a:custGeom>
            <a:avLst/>
            <a:gdLst/>
            <a:ahLst/>
            <a:cxnLst/>
            <a:rect l="l" t="t" r="r" b="b"/>
            <a:pathLst>
              <a:path w="4749800" h="812800">
                <a:moveTo>
                  <a:pt x="152400" y="0"/>
                </a:moveTo>
                <a:lnTo>
                  <a:pt x="4597400" y="0"/>
                </a:lnTo>
                <a:cubicBezTo>
                  <a:pt x="4681512" y="0"/>
                  <a:pt x="4749800" y="68288"/>
                  <a:pt x="4749800" y="152400"/>
                </a:cubicBezTo>
                <a:lnTo>
                  <a:pt x="4749800" y="660400"/>
                </a:lnTo>
                <a:cubicBezTo>
                  <a:pt x="4749800" y="744512"/>
                  <a:pt x="4681512" y="812800"/>
                  <a:pt x="4597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0970915" y="4775200"/>
            <a:ext cx="158750" cy="254000"/>
          </a:xfrm>
          <a:custGeom>
            <a:avLst/>
            <a:gdLst/>
            <a:ahLst/>
            <a:cxnLst/>
            <a:rect l="l" t="t" r="r" b="b"/>
            <a:pathLst>
              <a:path w="158750" h="254000">
                <a:moveTo>
                  <a:pt x="67469" y="11906"/>
                </a:moveTo>
                <a:cubicBezTo>
                  <a:pt x="67469" y="5308"/>
                  <a:pt x="72777" y="0"/>
                  <a:pt x="79375" y="0"/>
                </a:cubicBezTo>
                <a:cubicBezTo>
                  <a:pt x="85973" y="0"/>
                  <a:pt x="91281" y="5308"/>
                  <a:pt x="91281" y="11906"/>
                </a:cubicBezTo>
                <a:lnTo>
                  <a:pt x="91281" y="31750"/>
                </a:lnTo>
                <a:lnTo>
                  <a:pt x="119063" y="31750"/>
                </a:lnTo>
                <a:cubicBezTo>
                  <a:pt x="127843" y="31750"/>
                  <a:pt x="134938" y="38844"/>
                  <a:pt x="134938" y="47625"/>
                </a:cubicBezTo>
                <a:cubicBezTo>
                  <a:pt x="134938" y="56406"/>
                  <a:pt x="127843" y="63500"/>
                  <a:pt x="119063" y="63500"/>
                </a:cubicBezTo>
                <a:lnTo>
                  <a:pt x="62061" y="63500"/>
                </a:lnTo>
                <a:cubicBezTo>
                  <a:pt x="49709" y="63500"/>
                  <a:pt x="39688" y="73521"/>
                  <a:pt x="39688" y="85874"/>
                </a:cubicBezTo>
                <a:cubicBezTo>
                  <a:pt x="39688" y="97036"/>
                  <a:pt x="47873" y="106462"/>
                  <a:pt x="58886" y="108049"/>
                </a:cubicBezTo>
                <a:lnTo>
                  <a:pt x="104329" y="114548"/>
                </a:lnTo>
                <a:cubicBezTo>
                  <a:pt x="131018" y="118368"/>
                  <a:pt x="150813" y="141188"/>
                  <a:pt x="150813" y="168126"/>
                </a:cubicBezTo>
                <a:cubicBezTo>
                  <a:pt x="150813" y="198041"/>
                  <a:pt x="126554" y="222250"/>
                  <a:pt x="96689" y="222250"/>
                </a:cubicBezTo>
                <a:lnTo>
                  <a:pt x="91281" y="222250"/>
                </a:lnTo>
                <a:lnTo>
                  <a:pt x="91281" y="242094"/>
                </a:lnTo>
                <a:cubicBezTo>
                  <a:pt x="91281" y="248692"/>
                  <a:pt x="85973" y="254000"/>
                  <a:pt x="79375" y="254000"/>
                </a:cubicBezTo>
                <a:cubicBezTo>
                  <a:pt x="72777" y="254000"/>
                  <a:pt x="67469" y="248692"/>
                  <a:pt x="67469" y="242094"/>
                </a:cubicBezTo>
                <a:lnTo>
                  <a:pt x="67469" y="222250"/>
                </a:lnTo>
                <a:lnTo>
                  <a:pt x="31750" y="222250"/>
                </a:lnTo>
                <a:cubicBezTo>
                  <a:pt x="22969" y="222250"/>
                  <a:pt x="15875" y="215156"/>
                  <a:pt x="15875" y="206375"/>
                </a:cubicBezTo>
                <a:cubicBezTo>
                  <a:pt x="15875" y="197594"/>
                  <a:pt x="22969" y="190500"/>
                  <a:pt x="31750" y="190500"/>
                </a:cubicBezTo>
                <a:lnTo>
                  <a:pt x="96689" y="190500"/>
                </a:lnTo>
                <a:cubicBezTo>
                  <a:pt x="109041" y="190500"/>
                  <a:pt x="119063" y="180479"/>
                  <a:pt x="119063" y="168126"/>
                </a:cubicBezTo>
                <a:cubicBezTo>
                  <a:pt x="119063" y="156964"/>
                  <a:pt x="110877" y="147538"/>
                  <a:pt x="99864" y="145951"/>
                </a:cubicBezTo>
                <a:lnTo>
                  <a:pt x="54421" y="139452"/>
                </a:lnTo>
                <a:cubicBezTo>
                  <a:pt x="27732" y="135682"/>
                  <a:pt x="7938" y="112812"/>
                  <a:pt x="7938" y="85874"/>
                </a:cubicBezTo>
                <a:cubicBezTo>
                  <a:pt x="7938" y="56009"/>
                  <a:pt x="32196" y="31750"/>
                  <a:pt x="62061" y="31750"/>
                </a:cubicBezTo>
                <a:lnTo>
                  <a:pt x="67469" y="31750"/>
                </a:lnTo>
                <a:lnTo>
                  <a:pt x="67469" y="11906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94" name="Text 92"/>
          <p:cNvSpPr/>
          <p:nvPr/>
        </p:nvSpPr>
        <p:spPr>
          <a:xfrm>
            <a:off x="11361440" y="47244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Efficiency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11361440" y="5029200"/>
            <a:ext cx="1600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costly rework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10739140" y="5537200"/>
            <a:ext cx="4749800" cy="812800"/>
          </a:xfrm>
          <a:custGeom>
            <a:avLst/>
            <a:gdLst/>
            <a:ahLst/>
            <a:cxnLst/>
            <a:rect l="l" t="t" r="r" b="b"/>
            <a:pathLst>
              <a:path w="4749800" h="812800">
                <a:moveTo>
                  <a:pt x="152400" y="0"/>
                </a:moveTo>
                <a:lnTo>
                  <a:pt x="4597400" y="0"/>
                </a:lnTo>
                <a:cubicBezTo>
                  <a:pt x="4681512" y="0"/>
                  <a:pt x="4749800" y="68288"/>
                  <a:pt x="4749800" y="152400"/>
                </a:cubicBezTo>
                <a:lnTo>
                  <a:pt x="4749800" y="660400"/>
                </a:lnTo>
                <a:cubicBezTo>
                  <a:pt x="4749800" y="744512"/>
                  <a:pt x="4681512" y="812800"/>
                  <a:pt x="4597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10923290" y="5740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ubicBezTo>
                  <a:pt x="0" y="56907"/>
                  <a:pt x="56907" y="0"/>
                  <a:pt x="127000" y="0"/>
                </a:cubicBezTo>
                <a:close/>
                <a:moveTo>
                  <a:pt x="115094" y="59531"/>
                </a:moveTo>
                <a:lnTo>
                  <a:pt x="115094" y="127000"/>
                </a:lnTo>
                <a:cubicBezTo>
                  <a:pt x="115094" y="130969"/>
                  <a:pt x="117078" y="134689"/>
                  <a:pt x="120402" y="136922"/>
                </a:cubicBezTo>
                <a:lnTo>
                  <a:pt x="168027" y="168672"/>
                </a:lnTo>
                <a:cubicBezTo>
                  <a:pt x="173484" y="172343"/>
                  <a:pt x="180876" y="170855"/>
                  <a:pt x="184547" y="165348"/>
                </a:cubicBezTo>
                <a:cubicBezTo>
                  <a:pt x="188218" y="159841"/>
                  <a:pt x="186730" y="152499"/>
                  <a:pt x="181223" y="148828"/>
                </a:cubicBezTo>
                <a:lnTo>
                  <a:pt x="138906" y="120650"/>
                </a:lnTo>
                <a:lnTo>
                  <a:pt x="138906" y="59531"/>
                </a:lnTo>
                <a:cubicBezTo>
                  <a:pt x="138906" y="52933"/>
                  <a:pt x="133598" y="47625"/>
                  <a:pt x="127000" y="47625"/>
                </a:cubicBezTo>
                <a:cubicBezTo>
                  <a:pt x="120402" y="47625"/>
                  <a:pt x="115094" y="52933"/>
                  <a:pt x="115094" y="59531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98" name="Text 96"/>
          <p:cNvSpPr/>
          <p:nvPr/>
        </p:nvSpPr>
        <p:spPr>
          <a:xfrm>
            <a:off x="11361440" y="5689600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Savings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11361440" y="5994400"/>
            <a:ext cx="271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requirements speed development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10510540" y="7467600"/>
            <a:ext cx="5232400" cy="1168400"/>
          </a:xfrm>
          <a:custGeom>
            <a:avLst/>
            <a:gdLst/>
            <a:ahLst/>
            <a:cxnLst/>
            <a:rect l="l" t="t" r="r" b="b"/>
            <a:pathLst>
              <a:path w="5232400" h="1168400">
                <a:moveTo>
                  <a:pt x="50800" y="0"/>
                </a:moveTo>
                <a:lnTo>
                  <a:pt x="5080006" y="0"/>
                </a:lnTo>
                <a:cubicBezTo>
                  <a:pt x="5164171" y="0"/>
                  <a:pt x="5232400" y="68229"/>
                  <a:pt x="5232400" y="152394"/>
                </a:cubicBezTo>
                <a:lnTo>
                  <a:pt x="5232400" y="1016006"/>
                </a:lnTo>
                <a:cubicBezTo>
                  <a:pt x="5232400" y="1100171"/>
                  <a:pt x="5164171" y="1168400"/>
                  <a:pt x="5080006" y="1168400"/>
                </a:cubicBez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299E1">
              <a:alpha val="10196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0510540" y="7467600"/>
            <a:ext cx="50800" cy="1168400"/>
          </a:xfrm>
          <a:custGeom>
            <a:avLst/>
            <a:gdLst/>
            <a:ahLst/>
            <a:cxnLst/>
            <a:rect l="l" t="t" r="r" b="b"/>
            <a:pathLst>
              <a:path w="50800" h="1168400">
                <a:moveTo>
                  <a:pt x="50800" y="0"/>
                </a:moveTo>
                <a:lnTo>
                  <a:pt x="50800" y="0"/>
                </a:lnTo>
                <a:lnTo>
                  <a:pt x="50800" y="1168400"/>
                </a:lnTo>
                <a:lnTo>
                  <a:pt x="50800" y="1168400"/>
                </a:lnTo>
                <a:cubicBezTo>
                  <a:pt x="22763" y="1168400"/>
                  <a:pt x="0" y="1145637"/>
                  <a:pt x="0" y="111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775652" y="770255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0" y="75009"/>
                </a:moveTo>
                <a:cubicBezTo>
                  <a:pt x="0" y="51986"/>
                  <a:pt x="18648" y="33337"/>
                  <a:pt x="41672" y="33337"/>
                </a:cubicBezTo>
                <a:lnTo>
                  <a:pt x="44450" y="33337"/>
                </a:lnTo>
                <a:cubicBezTo>
                  <a:pt x="50597" y="33337"/>
                  <a:pt x="55563" y="38303"/>
                  <a:pt x="55563" y="44450"/>
                </a:cubicBezTo>
                <a:cubicBezTo>
                  <a:pt x="55563" y="50597"/>
                  <a:pt x="50597" y="55563"/>
                  <a:pt x="44450" y="55563"/>
                </a:cubicBezTo>
                <a:lnTo>
                  <a:pt x="41672" y="55563"/>
                </a:lnTo>
                <a:cubicBezTo>
                  <a:pt x="30941" y="55563"/>
                  <a:pt x="22225" y="64279"/>
                  <a:pt x="22225" y="75009"/>
                </a:cubicBezTo>
                <a:lnTo>
                  <a:pt x="22225" y="77788"/>
                </a:lnTo>
                <a:lnTo>
                  <a:pt x="44450" y="77788"/>
                </a:lnTo>
                <a:cubicBezTo>
                  <a:pt x="56708" y="77788"/>
                  <a:pt x="66675" y="87754"/>
                  <a:pt x="66675" y="100013"/>
                </a:cubicBezTo>
                <a:lnTo>
                  <a:pt x="66675" y="122238"/>
                </a:lnTo>
                <a:cubicBezTo>
                  <a:pt x="66675" y="134496"/>
                  <a:pt x="56708" y="144463"/>
                  <a:pt x="44450" y="144463"/>
                </a:cubicBezTo>
                <a:lnTo>
                  <a:pt x="22225" y="144463"/>
                </a:lnTo>
                <a:cubicBezTo>
                  <a:pt x="9967" y="144463"/>
                  <a:pt x="0" y="134496"/>
                  <a:pt x="0" y="122238"/>
                </a:cubicBezTo>
                <a:lnTo>
                  <a:pt x="0" y="75009"/>
                </a:lnTo>
                <a:close/>
                <a:moveTo>
                  <a:pt x="88900" y="75009"/>
                </a:moveTo>
                <a:cubicBezTo>
                  <a:pt x="88900" y="51986"/>
                  <a:pt x="107548" y="33337"/>
                  <a:pt x="130572" y="33337"/>
                </a:cubicBezTo>
                <a:lnTo>
                  <a:pt x="133350" y="33337"/>
                </a:lnTo>
                <a:cubicBezTo>
                  <a:pt x="139497" y="33337"/>
                  <a:pt x="144463" y="38303"/>
                  <a:pt x="144463" y="44450"/>
                </a:cubicBezTo>
                <a:cubicBezTo>
                  <a:pt x="144463" y="50597"/>
                  <a:pt x="139497" y="55563"/>
                  <a:pt x="133350" y="55563"/>
                </a:cubicBezTo>
                <a:lnTo>
                  <a:pt x="130572" y="55563"/>
                </a:lnTo>
                <a:cubicBezTo>
                  <a:pt x="119841" y="55563"/>
                  <a:pt x="111125" y="64279"/>
                  <a:pt x="111125" y="75009"/>
                </a:cubicBezTo>
                <a:lnTo>
                  <a:pt x="111125" y="77788"/>
                </a:lnTo>
                <a:lnTo>
                  <a:pt x="133350" y="77788"/>
                </a:lnTo>
                <a:cubicBezTo>
                  <a:pt x="145608" y="77788"/>
                  <a:pt x="155575" y="87754"/>
                  <a:pt x="155575" y="100013"/>
                </a:cubicBezTo>
                <a:lnTo>
                  <a:pt x="155575" y="122238"/>
                </a:lnTo>
                <a:cubicBezTo>
                  <a:pt x="155575" y="134496"/>
                  <a:pt x="145608" y="144463"/>
                  <a:pt x="133350" y="144463"/>
                </a:cubicBezTo>
                <a:lnTo>
                  <a:pt x="111125" y="144463"/>
                </a:lnTo>
                <a:cubicBezTo>
                  <a:pt x="98867" y="144463"/>
                  <a:pt x="88900" y="134496"/>
                  <a:pt x="88900" y="122238"/>
                </a:cubicBezTo>
                <a:lnTo>
                  <a:pt x="88900" y="75009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03" name="Text 101"/>
          <p:cNvSpPr/>
          <p:nvPr/>
        </p:nvSpPr>
        <p:spPr>
          <a:xfrm>
            <a:off x="11069340" y="7670800"/>
            <a:ext cx="45593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Well-engineered requirements are the foundation of successful mobile applications, directly impacting user satisfaction and project success.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58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66750" y="685800"/>
            <a:ext cx="41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70000" y="5080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spc="70" kern="0" dirty="0">
                <a:solidFill>
                  <a:srgbClr val="2B6C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Planning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70000" y="76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Estimation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" y="1320800"/>
            <a:ext cx="6819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essential part of project planning that helps predict overall costs and allocate resources effectively throughout the development lifecycle.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2184400"/>
            <a:ext cx="6718300" cy="6451600"/>
          </a:xfrm>
          <a:custGeom>
            <a:avLst/>
            <a:gdLst/>
            <a:ahLst/>
            <a:cxnLst/>
            <a:rect l="l" t="t" r="r" b="b"/>
            <a:pathLst>
              <a:path w="6718300" h="6451600">
                <a:moveTo>
                  <a:pt x="203225" y="0"/>
                </a:moveTo>
                <a:lnTo>
                  <a:pt x="6515075" y="0"/>
                </a:lnTo>
                <a:cubicBezTo>
                  <a:pt x="6627313" y="0"/>
                  <a:pt x="6718300" y="90987"/>
                  <a:pt x="6718300" y="203225"/>
                </a:cubicBezTo>
                <a:lnTo>
                  <a:pt x="6718300" y="6248375"/>
                </a:lnTo>
                <a:cubicBezTo>
                  <a:pt x="6718300" y="6360613"/>
                  <a:pt x="6627313" y="6451600"/>
                  <a:pt x="6515075" y="6451600"/>
                </a:cubicBezTo>
                <a:lnTo>
                  <a:pt x="203225" y="6451600"/>
                </a:lnTo>
                <a:cubicBezTo>
                  <a:pt x="90987" y="6451600"/>
                  <a:pt x="0" y="6360613"/>
                  <a:pt x="0" y="6248375"/>
                </a:cubicBezTo>
                <a:lnTo>
                  <a:pt x="0" y="203225"/>
                </a:lnTo>
                <a:cubicBezTo>
                  <a:pt x="0" y="91062"/>
                  <a:pt x="91062" y="0"/>
                  <a:pt x="203225" y="0"/>
                </a:cubicBezTo>
                <a:close/>
              </a:path>
            </a:pathLst>
          </a:cu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438400"/>
            <a:ext cx="633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Components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997200"/>
            <a:ext cx="6210300" cy="914400"/>
          </a:xfrm>
          <a:custGeom>
            <a:avLst/>
            <a:gdLst/>
            <a:ahLst/>
            <a:cxnLst/>
            <a:rect l="l" t="t" r="r" b="b"/>
            <a:pathLst>
              <a:path w="6210300" h="914400">
                <a:moveTo>
                  <a:pt x="152403" y="0"/>
                </a:moveTo>
                <a:lnTo>
                  <a:pt x="6057897" y="0"/>
                </a:lnTo>
                <a:cubicBezTo>
                  <a:pt x="6142067" y="0"/>
                  <a:pt x="6210300" y="68233"/>
                  <a:pt x="6210300" y="152403"/>
                </a:cubicBezTo>
                <a:lnTo>
                  <a:pt x="6210300" y="761997"/>
                </a:lnTo>
                <a:cubicBezTo>
                  <a:pt x="6210300" y="846167"/>
                  <a:pt x="6142067" y="914400"/>
                  <a:pt x="60578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14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1" name="Shape 9"/>
          <p:cNvSpPr/>
          <p:nvPr/>
        </p:nvSpPr>
        <p:spPr>
          <a:xfrm>
            <a:off x="1076325" y="33274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38373" y="5110"/>
                </a:moveTo>
                <a:lnTo>
                  <a:pt x="128538" y="78383"/>
                </a:lnTo>
                <a:cubicBezTo>
                  <a:pt x="114102" y="88007"/>
                  <a:pt x="104924" y="103634"/>
                  <a:pt x="103436" y="120700"/>
                </a:cubicBezTo>
                <a:cubicBezTo>
                  <a:pt x="134342" y="127050"/>
                  <a:pt x="158700" y="151408"/>
                  <a:pt x="165100" y="182364"/>
                </a:cubicBezTo>
                <a:cubicBezTo>
                  <a:pt x="182215" y="180876"/>
                  <a:pt x="197793" y="171698"/>
                  <a:pt x="207417" y="157262"/>
                </a:cubicBezTo>
                <a:lnTo>
                  <a:pt x="280640" y="47377"/>
                </a:lnTo>
                <a:cubicBezTo>
                  <a:pt x="283964" y="42366"/>
                  <a:pt x="285750" y="36513"/>
                  <a:pt x="285750" y="30460"/>
                </a:cubicBezTo>
                <a:cubicBezTo>
                  <a:pt x="285750" y="13643"/>
                  <a:pt x="272107" y="0"/>
                  <a:pt x="255290" y="0"/>
                </a:cubicBezTo>
                <a:cubicBezTo>
                  <a:pt x="249287" y="0"/>
                  <a:pt x="243384" y="1786"/>
                  <a:pt x="238373" y="5110"/>
                </a:cubicBezTo>
                <a:close/>
                <a:moveTo>
                  <a:pt x="142875" y="198438"/>
                </a:moveTo>
                <a:cubicBezTo>
                  <a:pt x="142875" y="167729"/>
                  <a:pt x="118021" y="142875"/>
                  <a:pt x="87313" y="142875"/>
                </a:cubicBezTo>
                <a:cubicBezTo>
                  <a:pt x="56604" y="142875"/>
                  <a:pt x="31750" y="167729"/>
                  <a:pt x="31750" y="198438"/>
                </a:cubicBezTo>
                <a:cubicBezTo>
                  <a:pt x="31750" y="200372"/>
                  <a:pt x="31849" y="202307"/>
                  <a:pt x="32048" y="204192"/>
                </a:cubicBezTo>
                <a:cubicBezTo>
                  <a:pt x="32941" y="212874"/>
                  <a:pt x="26987" y="222250"/>
                  <a:pt x="18256" y="222250"/>
                </a:cubicBezTo>
                <a:lnTo>
                  <a:pt x="15875" y="222250"/>
                </a:lnTo>
                <a:cubicBezTo>
                  <a:pt x="7094" y="222250"/>
                  <a:pt x="0" y="22934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87313" y="254000"/>
                </a:lnTo>
                <a:cubicBezTo>
                  <a:pt x="118021" y="254000"/>
                  <a:pt x="142875" y="229146"/>
                  <a:pt x="142875" y="198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727200" y="3175000"/>
            <a:ext cx="519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27200" y="3479800"/>
            <a:ext cx="518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UI/UX, prototyping, graphics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064000"/>
            <a:ext cx="6210300" cy="914400"/>
          </a:xfrm>
          <a:custGeom>
            <a:avLst/>
            <a:gdLst/>
            <a:ahLst/>
            <a:cxnLst/>
            <a:rect l="l" t="t" r="r" b="b"/>
            <a:pathLst>
              <a:path w="6210300" h="914400">
                <a:moveTo>
                  <a:pt x="152403" y="0"/>
                </a:moveTo>
                <a:lnTo>
                  <a:pt x="6057897" y="0"/>
                </a:lnTo>
                <a:cubicBezTo>
                  <a:pt x="6142067" y="0"/>
                  <a:pt x="6210300" y="68233"/>
                  <a:pt x="6210300" y="152403"/>
                </a:cubicBezTo>
                <a:lnTo>
                  <a:pt x="6210300" y="761997"/>
                </a:lnTo>
                <a:cubicBezTo>
                  <a:pt x="6210300" y="846167"/>
                  <a:pt x="6142067" y="914400"/>
                  <a:pt x="60578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16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6325" y="43942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727200" y="4241800"/>
            <a:ext cx="519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27200" y="4546600"/>
            <a:ext cx="518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Coding, integration, features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5130800"/>
            <a:ext cx="6210300" cy="914400"/>
          </a:xfrm>
          <a:custGeom>
            <a:avLst/>
            <a:gdLst/>
            <a:ahLst/>
            <a:cxnLst/>
            <a:rect l="l" t="t" r="r" b="b"/>
            <a:pathLst>
              <a:path w="6210300" h="914400">
                <a:moveTo>
                  <a:pt x="152403" y="0"/>
                </a:moveTo>
                <a:lnTo>
                  <a:pt x="6057897" y="0"/>
                </a:lnTo>
                <a:cubicBezTo>
                  <a:pt x="6142067" y="0"/>
                  <a:pt x="6210300" y="68233"/>
                  <a:pt x="6210300" y="152403"/>
                </a:cubicBezTo>
                <a:lnTo>
                  <a:pt x="6210300" y="761997"/>
                </a:lnTo>
                <a:cubicBezTo>
                  <a:pt x="6210300" y="846167"/>
                  <a:pt x="6142067" y="914400"/>
                  <a:pt x="60578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528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2200" y="546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9962" y="4663"/>
                </a:moveTo>
                <a:cubicBezTo>
                  <a:pt x="163761" y="-1538"/>
                  <a:pt x="153690" y="-1538"/>
                  <a:pt x="147489" y="4663"/>
                </a:cubicBezTo>
                <a:cubicBezTo>
                  <a:pt x="141288" y="10864"/>
                  <a:pt x="141288" y="20935"/>
                  <a:pt x="147489" y="27136"/>
                </a:cubicBezTo>
                <a:lnTo>
                  <a:pt x="152152" y="31750"/>
                </a:lnTo>
                <a:lnTo>
                  <a:pt x="13940" y="169962"/>
                </a:lnTo>
                <a:cubicBezTo>
                  <a:pt x="5011" y="178891"/>
                  <a:pt x="0" y="190996"/>
                  <a:pt x="0" y="203646"/>
                </a:cubicBezTo>
                <a:lnTo>
                  <a:pt x="0" y="206375"/>
                </a:lnTo>
                <a:cubicBezTo>
                  <a:pt x="0" y="232668"/>
                  <a:pt x="21332" y="254000"/>
                  <a:pt x="47625" y="254000"/>
                </a:cubicBezTo>
                <a:lnTo>
                  <a:pt x="50354" y="254000"/>
                </a:lnTo>
                <a:cubicBezTo>
                  <a:pt x="63004" y="254000"/>
                  <a:pt x="75109" y="248989"/>
                  <a:pt x="84038" y="240060"/>
                </a:cubicBezTo>
                <a:lnTo>
                  <a:pt x="222250" y="101848"/>
                </a:lnTo>
                <a:lnTo>
                  <a:pt x="226913" y="106511"/>
                </a:lnTo>
                <a:cubicBezTo>
                  <a:pt x="233114" y="112712"/>
                  <a:pt x="243185" y="112712"/>
                  <a:pt x="249386" y="106511"/>
                </a:cubicBezTo>
                <a:cubicBezTo>
                  <a:pt x="255588" y="100310"/>
                  <a:pt x="255588" y="90239"/>
                  <a:pt x="249386" y="84038"/>
                </a:cubicBezTo>
                <a:lnTo>
                  <a:pt x="170011" y="4663"/>
                </a:lnTo>
                <a:close/>
                <a:moveTo>
                  <a:pt x="101848" y="127000"/>
                </a:moveTo>
                <a:lnTo>
                  <a:pt x="174625" y="54223"/>
                </a:lnTo>
                <a:lnTo>
                  <a:pt x="199777" y="79375"/>
                </a:lnTo>
                <a:lnTo>
                  <a:pt x="152152" y="127000"/>
                </a:lnTo>
                <a:lnTo>
                  <a:pt x="101798" y="1270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727200" y="5308600"/>
            <a:ext cx="519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27200" y="5613400"/>
            <a:ext cx="518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QA, bug fixes, optimization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197600"/>
            <a:ext cx="6210300" cy="914400"/>
          </a:xfrm>
          <a:custGeom>
            <a:avLst/>
            <a:gdLst/>
            <a:ahLst/>
            <a:cxnLst/>
            <a:rect l="l" t="t" r="r" b="b"/>
            <a:pathLst>
              <a:path w="6210300" h="914400">
                <a:moveTo>
                  <a:pt x="152403" y="0"/>
                </a:moveTo>
                <a:lnTo>
                  <a:pt x="6057897" y="0"/>
                </a:lnTo>
                <a:cubicBezTo>
                  <a:pt x="6142067" y="0"/>
                  <a:pt x="6210300" y="68233"/>
                  <a:pt x="6210300" y="152403"/>
                </a:cubicBezTo>
                <a:lnTo>
                  <a:pt x="6210300" y="761997"/>
                </a:lnTo>
                <a:cubicBezTo>
                  <a:pt x="6210300" y="846167"/>
                  <a:pt x="6142067" y="914400"/>
                  <a:pt x="60578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6350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2200" y="6527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727200" y="6375400"/>
            <a:ext cx="519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27200" y="6680200"/>
            <a:ext cx="518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 stores, servers, launch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7264400"/>
            <a:ext cx="6210300" cy="914400"/>
          </a:xfrm>
          <a:custGeom>
            <a:avLst/>
            <a:gdLst/>
            <a:ahLst/>
            <a:cxnLst/>
            <a:rect l="l" t="t" r="r" b="b"/>
            <a:pathLst>
              <a:path w="6210300" h="914400">
                <a:moveTo>
                  <a:pt x="152403" y="0"/>
                </a:moveTo>
                <a:lnTo>
                  <a:pt x="6057897" y="0"/>
                </a:lnTo>
                <a:cubicBezTo>
                  <a:pt x="6142067" y="0"/>
                  <a:pt x="6210300" y="68233"/>
                  <a:pt x="6210300" y="152403"/>
                </a:cubicBezTo>
                <a:lnTo>
                  <a:pt x="6210300" y="761997"/>
                </a:lnTo>
                <a:cubicBezTo>
                  <a:pt x="6210300" y="846167"/>
                  <a:pt x="6142067" y="914400"/>
                  <a:pt x="60578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7416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6325" y="7594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75" y="48171"/>
                </a:moveTo>
                <a:lnTo>
                  <a:pt x="111175" y="72777"/>
                </a:lnTo>
                <a:lnTo>
                  <a:pt x="111423" y="73025"/>
                </a:lnTo>
                <a:cubicBezTo>
                  <a:pt x="114647" y="32147"/>
                  <a:pt x="148828" y="0"/>
                  <a:pt x="190550" y="0"/>
                </a:cubicBezTo>
                <a:cubicBezTo>
                  <a:pt x="200521" y="0"/>
                  <a:pt x="210096" y="1836"/>
                  <a:pt x="218877" y="5209"/>
                </a:cubicBezTo>
                <a:cubicBezTo>
                  <a:pt x="223838" y="7094"/>
                  <a:pt x="224730" y="13395"/>
                  <a:pt x="221010" y="17165"/>
                </a:cubicBezTo>
                <a:lnTo>
                  <a:pt x="177006" y="61168"/>
                </a:lnTo>
                <a:cubicBezTo>
                  <a:pt x="175518" y="62657"/>
                  <a:pt x="174675" y="64691"/>
                  <a:pt x="174675" y="66774"/>
                </a:cubicBezTo>
                <a:lnTo>
                  <a:pt x="174675" y="87313"/>
                </a:lnTo>
                <a:cubicBezTo>
                  <a:pt x="174675" y="91678"/>
                  <a:pt x="178246" y="95250"/>
                  <a:pt x="182612" y="95250"/>
                </a:cubicBezTo>
                <a:lnTo>
                  <a:pt x="203150" y="95250"/>
                </a:lnTo>
                <a:cubicBezTo>
                  <a:pt x="205234" y="95250"/>
                  <a:pt x="207268" y="94407"/>
                  <a:pt x="208756" y="92918"/>
                </a:cubicBezTo>
                <a:lnTo>
                  <a:pt x="252760" y="48915"/>
                </a:lnTo>
                <a:cubicBezTo>
                  <a:pt x="256530" y="45145"/>
                  <a:pt x="262830" y="46087"/>
                  <a:pt x="264716" y="51048"/>
                </a:cubicBezTo>
                <a:cubicBezTo>
                  <a:pt x="268089" y="59829"/>
                  <a:pt x="269925" y="69404"/>
                  <a:pt x="269925" y="79375"/>
                </a:cubicBezTo>
                <a:cubicBezTo>
                  <a:pt x="269925" y="109438"/>
                  <a:pt x="253206" y="135632"/>
                  <a:pt x="228501" y="149076"/>
                </a:cubicBezTo>
                <a:lnTo>
                  <a:pt x="268932" y="189508"/>
                </a:lnTo>
                <a:cubicBezTo>
                  <a:pt x="278209" y="198785"/>
                  <a:pt x="278209" y="213866"/>
                  <a:pt x="268932" y="223193"/>
                </a:cubicBezTo>
                <a:lnTo>
                  <a:pt x="239117" y="253008"/>
                </a:lnTo>
                <a:cubicBezTo>
                  <a:pt x="229840" y="262285"/>
                  <a:pt x="214759" y="262285"/>
                  <a:pt x="205432" y="253008"/>
                </a:cubicBezTo>
                <a:lnTo>
                  <a:pt x="142925" y="190500"/>
                </a:lnTo>
                <a:cubicBezTo>
                  <a:pt x="129332" y="176907"/>
                  <a:pt x="126256" y="156815"/>
                  <a:pt x="133747" y="140246"/>
                </a:cubicBezTo>
                <a:lnTo>
                  <a:pt x="88751" y="95250"/>
                </a:lnTo>
                <a:lnTo>
                  <a:pt x="64145" y="95250"/>
                </a:lnTo>
                <a:cubicBezTo>
                  <a:pt x="58837" y="95250"/>
                  <a:pt x="53876" y="92621"/>
                  <a:pt x="50949" y="88205"/>
                </a:cubicBezTo>
                <a:lnTo>
                  <a:pt x="11609" y="29220"/>
                </a:lnTo>
                <a:cubicBezTo>
                  <a:pt x="9525" y="26095"/>
                  <a:pt x="9922" y="21878"/>
                  <a:pt x="12601" y="19199"/>
                </a:cubicBezTo>
                <a:lnTo>
                  <a:pt x="35123" y="-3324"/>
                </a:lnTo>
                <a:cubicBezTo>
                  <a:pt x="37802" y="-6003"/>
                  <a:pt x="41970" y="-6400"/>
                  <a:pt x="45145" y="-4316"/>
                </a:cubicBezTo>
                <a:lnTo>
                  <a:pt x="104130" y="34975"/>
                </a:lnTo>
                <a:cubicBezTo>
                  <a:pt x="108545" y="37902"/>
                  <a:pt x="111175" y="42863"/>
                  <a:pt x="111175" y="48171"/>
                </a:cubicBezTo>
                <a:close/>
                <a:moveTo>
                  <a:pt x="106958" y="147141"/>
                </a:moveTo>
                <a:cubicBezTo>
                  <a:pt x="103832" y="165497"/>
                  <a:pt x="108148" y="184894"/>
                  <a:pt x="120055" y="200422"/>
                </a:cubicBezTo>
                <a:lnTo>
                  <a:pt x="72926" y="247501"/>
                </a:lnTo>
                <a:cubicBezTo>
                  <a:pt x="58986" y="261441"/>
                  <a:pt x="36364" y="261441"/>
                  <a:pt x="22423" y="247501"/>
                </a:cubicBezTo>
                <a:cubicBezTo>
                  <a:pt x="8483" y="233561"/>
                  <a:pt x="8483" y="210939"/>
                  <a:pt x="22423" y="196999"/>
                </a:cubicBezTo>
                <a:lnTo>
                  <a:pt x="89595" y="129828"/>
                </a:lnTo>
                <a:lnTo>
                  <a:pt x="106958" y="14719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727200" y="7442200"/>
            <a:ext cx="519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27200" y="7747000"/>
            <a:ext cx="518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Updates, support, improvements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559080" y="508000"/>
            <a:ext cx="8191500" cy="3860800"/>
          </a:xfrm>
          <a:custGeom>
            <a:avLst/>
            <a:gdLst/>
            <a:ahLst/>
            <a:cxnLst/>
            <a:rect l="l" t="t" r="r" b="b"/>
            <a:pathLst>
              <a:path w="8191500" h="3860800">
                <a:moveTo>
                  <a:pt x="50800" y="0"/>
                </a:moveTo>
                <a:lnTo>
                  <a:pt x="7988306" y="0"/>
                </a:lnTo>
                <a:cubicBezTo>
                  <a:pt x="8100527" y="0"/>
                  <a:pt x="8191500" y="90973"/>
                  <a:pt x="8191500" y="203194"/>
                </a:cubicBezTo>
                <a:lnTo>
                  <a:pt x="8191500" y="3657606"/>
                </a:lnTo>
                <a:cubicBezTo>
                  <a:pt x="8191500" y="3769827"/>
                  <a:pt x="8100527" y="3860800"/>
                  <a:pt x="7988306" y="3860800"/>
                </a:cubicBezTo>
                <a:lnTo>
                  <a:pt x="50800" y="3860800"/>
                </a:lnTo>
                <a:cubicBezTo>
                  <a:pt x="22744" y="3860800"/>
                  <a:pt x="0" y="3838056"/>
                  <a:pt x="0" y="381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559080" y="508000"/>
            <a:ext cx="50800" cy="3860800"/>
          </a:xfrm>
          <a:custGeom>
            <a:avLst/>
            <a:gdLst/>
            <a:ahLst/>
            <a:cxnLst/>
            <a:rect l="l" t="t" r="r" b="b"/>
            <a:pathLst>
              <a:path w="50800" h="3860800">
                <a:moveTo>
                  <a:pt x="50800" y="0"/>
                </a:moveTo>
                <a:lnTo>
                  <a:pt x="50800" y="0"/>
                </a:lnTo>
                <a:lnTo>
                  <a:pt x="50800" y="3860800"/>
                </a:lnTo>
                <a:lnTo>
                  <a:pt x="50800" y="3860800"/>
                </a:lnTo>
                <a:cubicBezTo>
                  <a:pt x="22763" y="3860800"/>
                  <a:pt x="0" y="3838037"/>
                  <a:pt x="0" y="3810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6" name="Text 34"/>
          <p:cNvSpPr/>
          <p:nvPr/>
        </p:nvSpPr>
        <p:spPr>
          <a:xfrm>
            <a:off x="7838480" y="762000"/>
            <a:ext cx="778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Drivers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838480" y="1320800"/>
            <a:ext cx="3746500" cy="1320800"/>
          </a:xfrm>
          <a:custGeom>
            <a:avLst/>
            <a:gdLst/>
            <a:ahLst/>
            <a:cxnLst/>
            <a:rect l="l" t="t" r="r" b="b"/>
            <a:pathLst>
              <a:path w="3746500" h="1320800">
                <a:moveTo>
                  <a:pt x="152394" y="0"/>
                </a:moveTo>
                <a:lnTo>
                  <a:pt x="3594106" y="0"/>
                </a:lnTo>
                <a:cubicBezTo>
                  <a:pt x="3678271" y="0"/>
                  <a:pt x="3746500" y="68229"/>
                  <a:pt x="3746500" y="152394"/>
                </a:cubicBezTo>
                <a:lnTo>
                  <a:pt x="3746500" y="1168406"/>
                </a:lnTo>
                <a:cubicBezTo>
                  <a:pt x="3746500" y="1252571"/>
                  <a:pt x="3678271" y="1320800"/>
                  <a:pt x="3594106" y="1320800"/>
                </a:cubicBezTo>
                <a:lnTo>
                  <a:pt x="152394" y="1320800"/>
                </a:lnTo>
                <a:cubicBezTo>
                  <a:pt x="68229" y="1320800"/>
                  <a:pt x="0" y="1252571"/>
                  <a:pt x="0" y="1168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38" name="Shape 36"/>
          <p:cNvSpPr/>
          <p:nvPr/>
        </p:nvSpPr>
        <p:spPr>
          <a:xfrm>
            <a:off x="8073430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39" name="Text 37"/>
          <p:cNvSpPr/>
          <p:nvPr/>
        </p:nvSpPr>
        <p:spPr>
          <a:xfrm>
            <a:off x="8429030" y="1524000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41680" y="19304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apps are inexpensive; complex apps require more resources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742440" y="1320800"/>
            <a:ext cx="3746500" cy="1320800"/>
          </a:xfrm>
          <a:custGeom>
            <a:avLst/>
            <a:gdLst/>
            <a:ahLst/>
            <a:cxnLst/>
            <a:rect l="l" t="t" r="r" b="b"/>
            <a:pathLst>
              <a:path w="3746500" h="1320800">
                <a:moveTo>
                  <a:pt x="152394" y="0"/>
                </a:moveTo>
                <a:lnTo>
                  <a:pt x="3594106" y="0"/>
                </a:lnTo>
                <a:cubicBezTo>
                  <a:pt x="3678271" y="0"/>
                  <a:pt x="3746500" y="68229"/>
                  <a:pt x="3746500" y="152394"/>
                </a:cubicBezTo>
                <a:lnTo>
                  <a:pt x="3746500" y="1168406"/>
                </a:lnTo>
                <a:cubicBezTo>
                  <a:pt x="3746500" y="1252571"/>
                  <a:pt x="3678271" y="1320800"/>
                  <a:pt x="3594106" y="1320800"/>
                </a:cubicBezTo>
                <a:lnTo>
                  <a:pt x="152394" y="1320800"/>
                </a:lnTo>
                <a:cubicBezTo>
                  <a:pt x="68229" y="1320800"/>
                  <a:pt x="0" y="1252571"/>
                  <a:pt x="0" y="1168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2" name="Shape 40"/>
          <p:cNvSpPr/>
          <p:nvPr/>
        </p:nvSpPr>
        <p:spPr>
          <a:xfrm>
            <a:off x="11977390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3" name="Text 41"/>
          <p:cNvSpPr/>
          <p:nvPr/>
        </p:nvSpPr>
        <p:spPr>
          <a:xfrm>
            <a:off x="12332990" y="15240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945640" y="19304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Number and sophistication of features directly impact cost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838480" y="2794000"/>
            <a:ext cx="3746500" cy="1320800"/>
          </a:xfrm>
          <a:custGeom>
            <a:avLst/>
            <a:gdLst/>
            <a:ahLst/>
            <a:cxnLst/>
            <a:rect l="l" t="t" r="r" b="b"/>
            <a:pathLst>
              <a:path w="3746500" h="1320800">
                <a:moveTo>
                  <a:pt x="152394" y="0"/>
                </a:moveTo>
                <a:lnTo>
                  <a:pt x="3594106" y="0"/>
                </a:lnTo>
                <a:cubicBezTo>
                  <a:pt x="3678271" y="0"/>
                  <a:pt x="3746500" y="68229"/>
                  <a:pt x="3746500" y="152394"/>
                </a:cubicBezTo>
                <a:lnTo>
                  <a:pt x="3746500" y="1168406"/>
                </a:lnTo>
                <a:cubicBezTo>
                  <a:pt x="3746500" y="1252571"/>
                  <a:pt x="3678271" y="1320800"/>
                  <a:pt x="3594106" y="1320800"/>
                </a:cubicBezTo>
                <a:lnTo>
                  <a:pt x="152394" y="1320800"/>
                </a:lnTo>
                <a:cubicBezTo>
                  <a:pt x="68229" y="1320800"/>
                  <a:pt x="0" y="1252571"/>
                  <a:pt x="0" y="1168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46" name="Shape 44"/>
          <p:cNvSpPr/>
          <p:nvPr/>
        </p:nvSpPr>
        <p:spPr>
          <a:xfrm>
            <a:off x="8102005" y="3035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47" name="Text 45"/>
          <p:cNvSpPr/>
          <p:nvPr/>
        </p:nvSpPr>
        <p:spPr>
          <a:xfrm>
            <a:off x="8429030" y="29972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041680" y="34036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iOS, Android, or both affect development effort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1742440" y="2794000"/>
            <a:ext cx="3746500" cy="1320800"/>
          </a:xfrm>
          <a:custGeom>
            <a:avLst/>
            <a:gdLst/>
            <a:ahLst/>
            <a:cxnLst/>
            <a:rect l="l" t="t" r="r" b="b"/>
            <a:pathLst>
              <a:path w="3746500" h="1320800">
                <a:moveTo>
                  <a:pt x="152394" y="0"/>
                </a:moveTo>
                <a:lnTo>
                  <a:pt x="3594106" y="0"/>
                </a:lnTo>
                <a:cubicBezTo>
                  <a:pt x="3678271" y="0"/>
                  <a:pt x="3746500" y="68229"/>
                  <a:pt x="3746500" y="152394"/>
                </a:cubicBezTo>
                <a:lnTo>
                  <a:pt x="3746500" y="1168406"/>
                </a:lnTo>
                <a:cubicBezTo>
                  <a:pt x="3746500" y="1252571"/>
                  <a:pt x="3678271" y="1320800"/>
                  <a:pt x="3594106" y="1320800"/>
                </a:cubicBezTo>
                <a:lnTo>
                  <a:pt x="152394" y="1320800"/>
                </a:lnTo>
                <a:cubicBezTo>
                  <a:pt x="68229" y="1320800"/>
                  <a:pt x="0" y="1252571"/>
                  <a:pt x="0" y="1168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0F4F8"/>
          </a:solidFill>
          <a:ln/>
        </p:spPr>
      </p:sp>
      <p:sp>
        <p:nvSpPr>
          <p:cNvPr id="50" name="Shape 48"/>
          <p:cNvSpPr/>
          <p:nvPr/>
        </p:nvSpPr>
        <p:spPr>
          <a:xfrm>
            <a:off x="11977390" y="303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14300"/>
                </a:moveTo>
                <a:cubicBezTo>
                  <a:pt x="228600" y="114702"/>
                  <a:pt x="228600" y="115104"/>
                  <a:pt x="228600" y="115506"/>
                </a:cubicBezTo>
                <a:cubicBezTo>
                  <a:pt x="228421" y="131802"/>
                  <a:pt x="213598" y="142875"/>
                  <a:pt x="197301" y="142875"/>
                </a:cubicBezTo>
                <a:lnTo>
                  <a:pt x="153591" y="142875"/>
                </a:lnTo>
                <a:cubicBezTo>
                  <a:pt x="141759" y="142875"/>
                  <a:pt x="132159" y="152474"/>
                  <a:pt x="132159" y="164306"/>
                </a:cubicBezTo>
                <a:cubicBezTo>
                  <a:pt x="132159" y="165824"/>
                  <a:pt x="132338" y="167298"/>
                  <a:pt x="132606" y="168726"/>
                </a:cubicBezTo>
                <a:cubicBezTo>
                  <a:pt x="133543" y="173281"/>
                  <a:pt x="135508" y="177656"/>
                  <a:pt x="137428" y="182076"/>
                </a:cubicBezTo>
                <a:cubicBezTo>
                  <a:pt x="140151" y="188238"/>
                  <a:pt x="142830" y="194355"/>
                  <a:pt x="142830" y="200829"/>
                </a:cubicBezTo>
                <a:cubicBezTo>
                  <a:pt x="142830" y="215027"/>
                  <a:pt x="133186" y="227930"/>
                  <a:pt x="118988" y="228511"/>
                </a:cubicBezTo>
                <a:cubicBezTo>
                  <a:pt x="117425" y="228555"/>
                  <a:pt x="115863" y="228600"/>
                  <a:pt x="114255" y="228600"/>
                </a:cubicBezTo>
                <a:cubicBezTo>
                  <a:pt x="51122" y="228600"/>
                  <a:pt x="-45" y="177433"/>
                  <a:pt x="-45" y="114300"/>
                </a:cubicBezTo>
                <a:cubicBezTo>
                  <a:pt x="-45" y="51167"/>
                  <a:pt x="51167" y="0"/>
                  <a:pt x="114300" y="0"/>
                </a:cubicBezTo>
                <a:cubicBezTo>
                  <a:pt x="177433" y="0"/>
                  <a:pt x="228600" y="51167"/>
                  <a:pt x="228600" y="114300"/>
                </a:cubicBezTo>
                <a:close/>
                <a:moveTo>
                  <a:pt x="57150" y="128588"/>
                </a:moveTo>
                <a:cubicBezTo>
                  <a:pt x="57150" y="120702"/>
                  <a:pt x="50748" y="114300"/>
                  <a:pt x="42863" y="114300"/>
                </a:cubicBezTo>
                <a:cubicBezTo>
                  <a:pt x="34977" y="114300"/>
                  <a:pt x="28575" y="120702"/>
                  <a:pt x="28575" y="128588"/>
                </a:cubicBezTo>
                <a:cubicBezTo>
                  <a:pt x="28575" y="136473"/>
                  <a:pt x="34977" y="142875"/>
                  <a:pt x="42863" y="142875"/>
                </a:cubicBezTo>
                <a:cubicBezTo>
                  <a:pt x="50748" y="142875"/>
                  <a:pt x="57150" y="136473"/>
                  <a:pt x="57150" y="128588"/>
                </a:cubicBezTo>
                <a:close/>
                <a:moveTo>
                  <a:pt x="57150" y="85725"/>
                </a:moveTo>
                <a:cubicBezTo>
                  <a:pt x="65035" y="85725"/>
                  <a:pt x="71438" y="79323"/>
                  <a:pt x="71438" y="71438"/>
                </a:cubicBezTo>
                <a:cubicBezTo>
                  <a:pt x="71438" y="63552"/>
                  <a:pt x="65035" y="57150"/>
                  <a:pt x="57150" y="57150"/>
                </a:cubicBezTo>
                <a:cubicBezTo>
                  <a:pt x="49265" y="57150"/>
                  <a:pt x="42863" y="63552"/>
                  <a:pt x="42863" y="71438"/>
                </a:cubicBezTo>
                <a:cubicBezTo>
                  <a:pt x="42863" y="79323"/>
                  <a:pt x="49265" y="85725"/>
                  <a:pt x="57150" y="85725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71450" y="85725"/>
                </a:moveTo>
                <a:cubicBezTo>
                  <a:pt x="179335" y="85725"/>
                  <a:pt x="185738" y="79323"/>
                  <a:pt x="185738" y="71438"/>
                </a:cubicBezTo>
                <a:cubicBezTo>
                  <a:pt x="185738" y="63552"/>
                  <a:pt x="179335" y="57150"/>
                  <a:pt x="171450" y="57150"/>
                </a:cubicBezTo>
                <a:cubicBezTo>
                  <a:pt x="163565" y="57150"/>
                  <a:pt x="157163" y="63552"/>
                  <a:pt x="157163" y="71438"/>
                </a:cubicBezTo>
                <a:cubicBezTo>
                  <a:pt x="157163" y="79323"/>
                  <a:pt x="163565" y="85725"/>
                  <a:pt x="171450" y="85725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51" name="Text 49"/>
          <p:cNvSpPr/>
          <p:nvPr/>
        </p:nvSpPr>
        <p:spPr>
          <a:xfrm>
            <a:off x="12332990" y="2997200"/>
            <a:ext cx="72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945640" y="34036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UI/UX design requirements add to costs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59080" y="4572000"/>
            <a:ext cx="8191500" cy="3048000"/>
          </a:xfrm>
          <a:custGeom>
            <a:avLst/>
            <a:gdLst/>
            <a:ahLst/>
            <a:cxnLst/>
            <a:rect l="l" t="t" r="r" b="b"/>
            <a:pathLst>
              <a:path w="8191500" h="3048000">
                <a:moveTo>
                  <a:pt x="50800" y="0"/>
                </a:moveTo>
                <a:lnTo>
                  <a:pt x="7988290" y="0"/>
                </a:lnTo>
                <a:cubicBezTo>
                  <a:pt x="8100520" y="0"/>
                  <a:pt x="8191500" y="90980"/>
                  <a:pt x="8191500" y="203210"/>
                </a:cubicBezTo>
                <a:lnTo>
                  <a:pt x="8191500" y="2844790"/>
                </a:lnTo>
                <a:cubicBezTo>
                  <a:pt x="8191500" y="2957020"/>
                  <a:pt x="8100520" y="3048000"/>
                  <a:pt x="7988290" y="3048000"/>
                </a:cubicBezTo>
                <a:lnTo>
                  <a:pt x="50800" y="3048000"/>
                </a:lnTo>
                <a:cubicBezTo>
                  <a:pt x="22763" y="3048000"/>
                  <a:pt x="0" y="3025237"/>
                  <a:pt x="0" y="299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0" dist="127000" dir="540000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559080" y="45720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50800" h="3048000">
                <a:moveTo>
                  <a:pt x="50800" y="0"/>
                </a:moveTo>
                <a:lnTo>
                  <a:pt x="50800" y="0"/>
                </a:lnTo>
                <a:lnTo>
                  <a:pt x="50800" y="3048000"/>
                </a:lnTo>
                <a:lnTo>
                  <a:pt x="50800" y="3048000"/>
                </a:lnTo>
                <a:cubicBezTo>
                  <a:pt x="22763" y="3048000"/>
                  <a:pt x="0" y="3025237"/>
                  <a:pt x="0" y="299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5" name="Text 53"/>
          <p:cNvSpPr/>
          <p:nvPr/>
        </p:nvSpPr>
        <p:spPr>
          <a:xfrm>
            <a:off x="7838480" y="4826000"/>
            <a:ext cx="778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A365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Estimation Techniques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838480" y="5384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7" name="Shape 55"/>
          <p:cNvSpPr/>
          <p:nvPr/>
        </p:nvSpPr>
        <p:spPr>
          <a:xfrm>
            <a:off x="8003580" y="5537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88900" y="98425"/>
                </a:moveTo>
                <a:cubicBezTo>
                  <a:pt x="62615" y="98425"/>
                  <a:pt x="41275" y="77085"/>
                  <a:pt x="41275" y="50800"/>
                </a:cubicBezTo>
                <a:cubicBezTo>
                  <a:pt x="41275" y="24515"/>
                  <a:pt x="62615" y="3175"/>
                  <a:pt x="88900" y="3175"/>
                </a:cubicBezTo>
                <a:cubicBezTo>
                  <a:pt x="115185" y="3175"/>
                  <a:pt x="136525" y="24515"/>
                  <a:pt x="136525" y="50800"/>
                </a:cubicBezTo>
                <a:cubicBezTo>
                  <a:pt x="136525" y="77085"/>
                  <a:pt x="115185" y="98425"/>
                  <a:pt x="88900" y="98425"/>
                </a:cubicBezTo>
                <a:close/>
                <a:moveTo>
                  <a:pt x="76795" y="120650"/>
                </a:moveTo>
                <a:lnTo>
                  <a:pt x="101005" y="120650"/>
                </a:lnTo>
                <a:cubicBezTo>
                  <a:pt x="104854" y="120650"/>
                  <a:pt x="107950" y="123746"/>
                  <a:pt x="107950" y="127595"/>
                </a:cubicBezTo>
                <a:cubicBezTo>
                  <a:pt x="107950" y="129262"/>
                  <a:pt x="107355" y="130850"/>
                  <a:pt x="106283" y="132120"/>
                </a:cubicBezTo>
                <a:lnTo>
                  <a:pt x="95409" y="144820"/>
                </a:lnTo>
                <a:lnTo>
                  <a:pt x="107712" y="190500"/>
                </a:lnTo>
                <a:lnTo>
                  <a:pt x="107950" y="190500"/>
                </a:lnTo>
                <a:lnTo>
                  <a:pt x="121682" y="135533"/>
                </a:lnTo>
                <a:cubicBezTo>
                  <a:pt x="122555" y="132080"/>
                  <a:pt x="126087" y="129977"/>
                  <a:pt x="129421" y="131247"/>
                </a:cubicBezTo>
                <a:cubicBezTo>
                  <a:pt x="153988" y="140613"/>
                  <a:pt x="171450" y="164425"/>
                  <a:pt x="171450" y="192286"/>
                </a:cubicBezTo>
                <a:cubicBezTo>
                  <a:pt x="171450" y="198279"/>
                  <a:pt x="166568" y="203160"/>
                  <a:pt x="160576" y="203160"/>
                </a:cubicBezTo>
                <a:lnTo>
                  <a:pt x="17224" y="203200"/>
                </a:lnTo>
                <a:cubicBezTo>
                  <a:pt x="11232" y="203200"/>
                  <a:pt x="6350" y="198318"/>
                  <a:pt x="6350" y="192326"/>
                </a:cubicBezTo>
                <a:cubicBezTo>
                  <a:pt x="6350" y="164465"/>
                  <a:pt x="23813" y="140653"/>
                  <a:pt x="48379" y="131286"/>
                </a:cubicBezTo>
                <a:cubicBezTo>
                  <a:pt x="51713" y="130016"/>
                  <a:pt x="55245" y="132120"/>
                  <a:pt x="56118" y="135573"/>
                </a:cubicBezTo>
                <a:lnTo>
                  <a:pt x="69850" y="190540"/>
                </a:lnTo>
                <a:lnTo>
                  <a:pt x="70088" y="190540"/>
                </a:lnTo>
                <a:lnTo>
                  <a:pt x="82391" y="144859"/>
                </a:lnTo>
                <a:lnTo>
                  <a:pt x="71517" y="132159"/>
                </a:lnTo>
                <a:cubicBezTo>
                  <a:pt x="70445" y="130889"/>
                  <a:pt x="69850" y="129302"/>
                  <a:pt x="69850" y="127635"/>
                </a:cubicBezTo>
                <a:cubicBezTo>
                  <a:pt x="69850" y="123785"/>
                  <a:pt x="72946" y="120690"/>
                  <a:pt x="76795" y="1206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498880" y="5384800"/>
            <a:ext cx="521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Judgment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498880" y="5689600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Leveraging experienced professionals' insights and historical data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838480" y="609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1" name="Shape 59"/>
          <p:cNvSpPr/>
          <p:nvPr/>
        </p:nvSpPr>
        <p:spPr>
          <a:xfrm>
            <a:off x="8003580" y="6248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76200" y="0"/>
                </a:moveTo>
                <a:cubicBezTo>
                  <a:pt x="62190" y="0"/>
                  <a:pt x="50800" y="11390"/>
                  <a:pt x="50800" y="25400"/>
                </a:cubicBezTo>
                <a:lnTo>
                  <a:pt x="50800" y="127000"/>
                </a:lnTo>
                <a:cubicBezTo>
                  <a:pt x="50800" y="141010"/>
                  <a:pt x="62190" y="152400"/>
                  <a:pt x="76200" y="152400"/>
                </a:cubicBezTo>
                <a:lnTo>
                  <a:pt x="152400" y="152400"/>
                </a:lnTo>
                <a:cubicBezTo>
                  <a:pt x="166410" y="152400"/>
                  <a:pt x="177800" y="141010"/>
                  <a:pt x="177800" y="127000"/>
                </a:cubicBezTo>
                <a:lnTo>
                  <a:pt x="177800" y="47387"/>
                </a:lnTo>
                <a:cubicBezTo>
                  <a:pt x="177800" y="40481"/>
                  <a:pt x="174982" y="33853"/>
                  <a:pt x="169982" y="29051"/>
                </a:cubicBezTo>
                <a:lnTo>
                  <a:pt x="147082" y="7064"/>
                </a:lnTo>
                <a:cubicBezTo>
                  <a:pt x="142359" y="2540"/>
                  <a:pt x="136049" y="0"/>
                  <a:pt x="129500" y="0"/>
                </a:cubicBezTo>
                <a:lnTo>
                  <a:pt x="76200" y="0"/>
                </a:lnTo>
                <a:close/>
                <a:moveTo>
                  <a:pt x="25400" y="50800"/>
                </a:moveTo>
                <a:cubicBezTo>
                  <a:pt x="11390" y="50800"/>
                  <a:pt x="0" y="62190"/>
                  <a:pt x="0" y="76200"/>
                </a:cubicBezTo>
                <a:lnTo>
                  <a:pt x="0" y="177800"/>
                </a:lnTo>
                <a:cubicBezTo>
                  <a:pt x="0" y="191810"/>
                  <a:pt x="11390" y="203200"/>
                  <a:pt x="25400" y="203200"/>
                </a:cubicBezTo>
                <a:lnTo>
                  <a:pt x="101600" y="203200"/>
                </a:lnTo>
                <a:cubicBezTo>
                  <a:pt x="115610" y="203200"/>
                  <a:pt x="127000" y="191810"/>
                  <a:pt x="127000" y="177800"/>
                </a:cubicBezTo>
                <a:lnTo>
                  <a:pt x="127000" y="171450"/>
                </a:lnTo>
                <a:lnTo>
                  <a:pt x="101600" y="171450"/>
                </a:lnTo>
                <a:lnTo>
                  <a:pt x="101600" y="177800"/>
                </a:lnTo>
                <a:lnTo>
                  <a:pt x="25400" y="177800"/>
                </a:lnTo>
                <a:lnTo>
                  <a:pt x="25400" y="76200"/>
                </a:lnTo>
                <a:lnTo>
                  <a:pt x="31750" y="76200"/>
                </a:lnTo>
                <a:lnTo>
                  <a:pt x="31750" y="50800"/>
                </a:lnTo>
                <a:lnTo>
                  <a:pt x="25400" y="508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8498880" y="6096000"/>
            <a:ext cx="469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Analogous Estimation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98880" y="6400800"/>
            <a:ext cx="468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Comparing with similar past projects for baseline estimates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838480" y="6807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65" name="Shape 63"/>
          <p:cNvSpPr/>
          <p:nvPr/>
        </p:nvSpPr>
        <p:spPr>
          <a:xfrm>
            <a:off x="7990880" y="695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6200" y="25400"/>
                </a:moveTo>
                <a:cubicBezTo>
                  <a:pt x="76200" y="18375"/>
                  <a:pt x="81875" y="12700"/>
                  <a:pt x="88900" y="12700"/>
                </a:cubicBezTo>
                <a:lnTo>
                  <a:pt x="114300" y="12700"/>
                </a:lnTo>
                <a:cubicBezTo>
                  <a:pt x="121325" y="12700"/>
                  <a:pt x="127000" y="18375"/>
                  <a:pt x="127000" y="254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111125" y="63500"/>
                </a:lnTo>
                <a:lnTo>
                  <a:pt x="111125" y="88900"/>
                </a:lnTo>
                <a:lnTo>
                  <a:pt x="158750" y="88900"/>
                </a:lnTo>
                <a:cubicBezTo>
                  <a:pt x="174546" y="88900"/>
                  <a:pt x="187325" y="101679"/>
                  <a:pt x="187325" y="117475"/>
                </a:cubicBezTo>
                <a:lnTo>
                  <a:pt x="187325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65100" y="190500"/>
                </a:lnTo>
                <a:cubicBezTo>
                  <a:pt x="158075" y="190500"/>
                  <a:pt x="152400" y="184825"/>
                  <a:pt x="152400" y="177800"/>
                </a:cubicBezTo>
                <a:lnTo>
                  <a:pt x="152400" y="152400"/>
                </a:lnTo>
                <a:cubicBezTo>
                  <a:pt x="152400" y="145375"/>
                  <a:pt x="158075" y="139700"/>
                  <a:pt x="165100" y="139700"/>
                </a:cubicBezTo>
                <a:lnTo>
                  <a:pt x="168275" y="139700"/>
                </a:lnTo>
                <a:lnTo>
                  <a:pt x="168275" y="117475"/>
                </a:lnTo>
                <a:cubicBezTo>
                  <a:pt x="168275" y="112197"/>
                  <a:pt x="164028" y="107950"/>
                  <a:pt x="158750" y="107950"/>
                </a:cubicBezTo>
                <a:lnTo>
                  <a:pt x="111125" y="107950"/>
                </a:lnTo>
                <a:lnTo>
                  <a:pt x="111125" y="139700"/>
                </a:lnTo>
                <a:lnTo>
                  <a:pt x="114300" y="139700"/>
                </a:lnTo>
                <a:cubicBezTo>
                  <a:pt x="121325" y="139700"/>
                  <a:pt x="127000" y="145375"/>
                  <a:pt x="127000" y="152400"/>
                </a:cubicBezTo>
                <a:lnTo>
                  <a:pt x="127000" y="177800"/>
                </a:lnTo>
                <a:cubicBezTo>
                  <a:pt x="127000" y="184825"/>
                  <a:pt x="121325" y="190500"/>
                  <a:pt x="114300" y="190500"/>
                </a:cubicBezTo>
                <a:lnTo>
                  <a:pt x="88900" y="190500"/>
                </a:lnTo>
                <a:cubicBezTo>
                  <a:pt x="81875" y="190500"/>
                  <a:pt x="76200" y="184825"/>
                  <a:pt x="76200" y="177800"/>
                </a:cubicBezTo>
                <a:lnTo>
                  <a:pt x="76200" y="152400"/>
                </a:lnTo>
                <a:cubicBezTo>
                  <a:pt x="76200" y="145375"/>
                  <a:pt x="81875" y="139700"/>
                  <a:pt x="88900" y="139700"/>
                </a:cubicBezTo>
                <a:lnTo>
                  <a:pt x="92075" y="139700"/>
                </a:lnTo>
                <a:lnTo>
                  <a:pt x="92075" y="107950"/>
                </a:lnTo>
                <a:lnTo>
                  <a:pt x="44450" y="107950"/>
                </a:lnTo>
                <a:cubicBezTo>
                  <a:pt x="39172" y="107950"/>
                  <a:pt x="34925" y="112197"/>
                  <a:pt x="34925" y="117475"/>
                </a:cubicBezTo>
                <a:lnTo>
                  <a:pt x="34925" y="139700"/>
                </a:lnTo>
                <a:lnTo>
                  <a:pt x="38100" y="139700"/>
                </a:lnTo>
                <a:cubicBezTo>
                  <a:pt x="45125" y="139700"/>
                  <a:pt x="50800" y="145375"/>
                  <a:pt x="50800" y="152400"/>
                </a:cubicBezTo>
                <a:lnTo>
                  <a:pt x="50800" y="177800"/>
                </a:lnTo>
                <a:cubicBezTo>
                  <a:pt x="50800" y="184825"/>
                  <a:pt x="45125" y="190500"/>
                  <a:pt x="381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52400"/>
                </a:lnTo>
                <a:cubicBezTo>
                  <a:pt x="0" y="145375"/>
                  <a:pt x="5675" y="139700"/>
                  <a:pt x="12700" y="139700"/>
                </a:cubicBezTo>
                <a:lnTo>
                  <a:pt x="15875" y="139700"/>
                </a:lnTo>
                <a:lnTo>
                  <a:pt x="15875" y="117475"/>
                </a:lnTo>
                <a:cubicBezTo>
                  <a:pt x="15875" y="101679"/>
                  <a:pt x="28654" y="88900"/>
                  <a:pt x="44450" y="88900"/>
                </a:cubicBezTo>
                <a:lnTo>
                  <a:pt x="92075" y="88900"/>
                </a:lnTo>
                <a:lnTo>
                  <a:pt x="92075" y="63500"/>
                </a:lnTo>
                <a:lnTo>
                  <a:pt x="88900" y="63500"/>
                </a:lnTo>
                <a:cubicBezTo>
                  <a:pt x="81875" y="63500"/>
                  <a:pt x="76200" y="57825"/>
                  <a:pt x="76200" y="50800"/>
                </a:cubicBezTo>
                <a:lnTo>
                  <a:pt x="76200" y="25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8498880" y="68072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365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Bottom-Up Estimation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498880" y="7112000"/>
            <a:ext cx="516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Breaking down into smaller components for detailed cost analysis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559080" y="7823200"/>
            <a:ext cx="8191500" cy="812800"/>
          </a:xfrm>
          <a:custGeom>
            <a:avLst/>
            <a:gdLst/>
            <a:ahLst/>
            <a:cxnLst/>
            <a:rect l="l" t="t" r="r" b="b"/>
            <a:pathLst>
              <a:path w="8191500" h="812800">
                <a:moveTo>
                  <a:pt x="50800" y="0"/>
                </a:moveTo>
                <a:lnTo>
                  <a:pt x="8039100" y="0"/>
                </a:lnTo>
                <a:cubicBezTo>
                  <a:pt x="8123212" y="0"/>
                  <a:pt x="8191500" y="68288"/>
                  <a:pt x="8191500" y="152400"/>
                </a:cubicBezTo>
                <a:lnTo>
                  <a:pt x="8191500" y="660400"/>
                </a:lnTo>
                <a:cubicBezTo>
                  <a:pt x="8191500" y="744512"/>
                  <a:pt x="8123212" y="812800"/>
                  <a:pt x="80391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>
              <a:alpha val="1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559080" y="7823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0" name="Shape 68"/>
          <p:cNvSpPr/>
          <p:nvPr/>
        </p:nvSpPr>
        <p:spPr>
          <a:xfrm>
            <a:off x="7762280" y="800735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88900" y="47228"/>
                </a:moveTo>
                <a:cubicBezTo>
                  <a:pt x="93519" y="47228"/>
                  <a:pt x="97234" y="50944"/>
                  <a:pt x="97234" y="55563"/>
                </a:cubicBezTo>
                <a:lnTo>
                  <a:pt x="97234" y="94456"/>
                </a:lnTo>
                <a:cubicBezTo>
                  <a:pt x="97234" y="99075"/>
                  <a:pt x="93519" y="102791"/>
                  <a:pt x="88900" y="102791"/>
                </a:cubicBezTo>
                <a:cubicBezTo>
                  <a:pt x="84281" y="102791"/>
                  <a:pt x="80566" y="99075"/>
                  <a:pt x="80566" y="94456"/>
                </a:cubicBezTo>
                <a:lnTo>
                  <a:pt x="80566" y="55563"/>
                </a:lnTo>
                <a:cubicBezTo>
                  <a:pt x="80566" y="50944"/>
                  <a:pt x="84281" y="47228"/>
                  <a:pt x="88900" y="47228"/>
                </a:cubicBezTo>
                <a:close/>
                <a:moveTo>
                  <a:pt x="79628" y="122238"/>
                </a:moveTo>
                <a:cubicBezTo>
                  <a:pt x="79417" y="118796"/>
                  <a:pt x="81133" y="115521"/>
                  <a:pt x="84084" y="113737"/>
                </a:cubicBezTo>
                <a:cubicBezTo>
                  <a:pt x="87034" y="111952"/>
                  <a:pt x="90731" y="111952"/>
                  <a:pt x="93681" y="113737"/>
                </a:cubicBezTo>
                <a:cubicBezTo>
                  <a:pt x="96632" y="115521"/>
                  <a:pt x="98348" y="118796"/>
                  <a:pt x="98137" y="122238"/>
                </a:cubicBezTo>
                <a:cubicBezTo>
                  <a:pt x="98348" y="125679"/>
                  <a:pt x="96632" y="128954"/>
                  <a:pt x="93681" y="130738"/>
                </a:cubicBezTo>
                <a:cubicBezTo>
                  <a:pt x="90731" y="132523"/>
                  <a:pt x="87034" y="132523"/>
                  <a:pt x="84084" y="130738"/>
                </a:cubicBezTo>
                <a:cubicBezTo>
                  <a:pt x="81133" y="128954"/>
                  <a:pt x="79417" y="125679"/>
                  <a:pt x="79628" y="122238"/>
                </a:cubicBezTo>
                <a:close/>
              </a:path>
            </a:pathLst>
          </a:custGeom>
          <a:solidFill>
            <a:srgbClr val="2B6CB0"/>
          </a:solidFill>
          <a:ln/>
        </p:spPr>
      </p:sp>
      <p:sp>
        <p:nvSpPr>
          <p:cNvPr id="71" name="Text 69"/>
          <p:cNvSpPr/>
          <p:nvPr/>
        </p:nvSpPr>
        <p:spPr>
          <a:xfrm>
            <a:off x="8067080" y="79756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102A4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Maintenance is particularly critical as applications require continuous updates to remain compatible with evolving technologies and user needs.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ea80676a09e164661cc36a1be2c85e5785458b68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3125" b="312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365D">
                  <a:alpha val="95000"/>
                </a:srgbClr>
              </a:gs>
              <a:gs pos="50000">
                <a:srgbClr val="2B6CB0">
                  <a:alpha val="90000"/>
                </a:srgbClr>
              </a:gs>
              <a:gs pos="100000">
                <a:srgbClr val="4299E1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7620000" y="53975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304800" y="0"/>
                </a:moveTo>
                <a:lnTo>
                  <a:pt x="711200" y="0"/>
                </a:lnTo>
                <a:cubicBezTo>
                  <a:pt x="879424" y="0"/>
                  <a:pt x="1016000" y="136576"/>
                  <a:pt x="1016000" y="304800"/>
                </a:cubicBezTo>
                <a:lnTo>
                  <a:pt x="1016000" y="711200"/>
                </a:lnTo>
                <a:cubicBezTo>
                  <a:pt x="1016000" y="879424"/>
                  <a:pt x="879424" y="1016000"/>
                  <a:pt x="711200" y="1016000"/>
                </a:cubicBezTo>
                <a:lnTo>
                  <a:pt x="304800" y="1016000"/>
                </a:lnTo>
                <a:cubicBezTo>
                  <a:pt x="136576" y="1016000"/>
                  <a:pt x="0" y="879424"/>
                  <a:pt x="0" y="711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5" name="Shape 2"/>
          <p:cNvSpPr/>
          <p:nvPr/>
        </p:nvSpPr>
        <p:spPr>
          <a:xfrm>
            <a:off x="7899400" y="333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6511627" y="1374775"/>
            <a:ext cx="3238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2187575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8" name="Text 5"/>
          <p:cNvSpPr/>
          <p:nvPr/>
        </p:nvSpPr>
        <p:spPr>
          <a:xfrm>
            <a:off x="2374900" y="2543175"/>
            <a:ext cx="115062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 development is a 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FFFFFF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complex, multi-faceted process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requires careful consideration of numerous interconnected factors. Success depends on making informed decisions about application type, programming language, framework, architecture, and development methodology.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74900" y="4498975"/>
            <a:ext cx="115062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FFFFFF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approach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9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incorporates effective requirement engineering and accurate cost estimation ensures the successful delivery of high-quality applications that are efficient, scalable, and capable of meeting modern user demands.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444750" y="6149975"/>
            <a:ext cx="3581400" cy="1765300"/>
          </a:xfrm>
          <a:custGeom>
            <a:avLst/>
            <a:gdLst/>
            <a:ahLst/>
            <a:cxnLst/>
            <a:rect l="l" t="t" r="r" b="b"/>
            <a:pathLst>
              <a:path w="3581400" h="1765300">
                <a:moveTo>
                  <a:pt x="203204" y="0"/>
                </a:moveTo>
                <a:lnTo>
                  <a:pt x="3378196" y="0"/>
                </a:lnTo>
                <a:cubicBezTo>
                  <a:pt x="3490423" y="0"/>
                  <a:pt x="3581400" y="90977"/>
                  <a:pt x="3581400" y="203204"/>
                </a:cubicBezTo>
                <a:lnTo>
                  <a:pt x="3581400" y="1562096"/>
                </a:lnTo>
                <a:cubicBezTo>
                  <a:pt x="3581400" y="1674323"/>
                  <a:pt x="3490423" y="1765300"/>
                  <a:pt x="3378196" y="1765300"/>
                </a:cubicBezTo>
                <a:lnTo>
                  <a:pt x="203204" y="1765300"/>
                </a:lnTo>
                <a:cubicBezTo>
                  <a:pt x="90977" y="1765300"/>
                  <a:pt x="0" y="1674323"/>
                  <a:pt x="0" y="1562096"/>
                </a:cubicBezTo>
                <a:lnTo>
                  <a:pt x="0" y="203204"/>
                </a:lnTo>
                <a:cubicBezTo>
                  <a:pt x="0" y="91053"/>
                  <a:pt x="91053" y="0"/>
                  <a:pt x="2032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93567" y="6410325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2" name="Text 9"/>
          <p:cNvSpPr/>
          <p:nvPr/>
        </p:nvSpPr>
        <p:spPr>
          <a:xfrm>
            <a:off x="2647950" y="6943725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Planning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660650" y="7400925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decisions at every stage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339384" y="6149975"/>
            <a:ext cx="3581400" cy="1765300"/>
          </a:xfrm>
          <a:custGeom>
            <a:avLst/>
            <a:gdLst/>
            <a:ahLst/>
            <a:cxnLst/>
            <a:rect l="l" t="t" r="r" b="b"/>
            <a:pathLst>
              <a:path w="3581400" h="1765300">
                <a:moveTo>
                  <a:pt x="203204" y="0"/>
                </a:moveTo>
                <a:lnTo>
                  <a:pt x="3378196" y="0"/>
                </a:lnTo>
                <a:cubicBezTo>
                  <a:pt x="3490423" y="0"/>
                  <a:pt x="3581400" y="90977"/>
                  <a:pt x="3581400" y="203204"/>
                </a:cubicBezTo>
                <a:lnTo>
                  <a:pt x="3581400" y="1562096"/>
                </a:lnTo>
                <a:cubicBezTo>
                  <a:pt x="3581400" y="1674323"/>
                  <a:pt x="3490423" y="1765300"/>
                  <a:pt x="3378196" y="1765300"/>
                </a:cubicBezTo>
                <a:lnTo>
                  <a:pt x="203204" y="1765300"/>
                </a:lnTo>
                <a:cubicBezTo>
                  <a:pt x="90977" y="1765300"/>
                  <a:pt x="0" y="1674323"/>
                  <a:pt x="0" y="1562096"/>
                </a:cubicBezTo>
                <a:lnTo>
                  <a:pt x="0" y="203204"/>
                </a:lnTo>
                <a:cubicBezTo>
                  <a:pt x="0" y="91053"/>
                  <a:pt x="91053" y="0"/>
                  <a:pt x="2032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92951" y="6410325"/>
            <a:ext cx="476250" cy="381000"/>
          </a:xfrm>
          <a:custGeom>
            <a:avLst/>
            <a:gdLst/>
            <a:ahLst/>
            <a:cxnLst/>
            <a:rect l="l" t="t" r="r" b="b"/>
            <a:pathLst>
              <a:path w="476250" h="381000">
                <a:moveTo>
                  <a:pt x="309488" y="156642"/>
                </a:moveTo>
                <a:cubicBezTo>
                  <a:pt x="318567" y="154186"/>
                  <a:pt x="328092" y="158502"/>
                  <a:pt x="332184" y="166911"/>
                </a:cubicBezTo>
                <a:lnTo>
                  <a:pt x="346025" y="194890"/>
                </a:lnTo>
                <a:cubicBezTo>
                  <a:pt x="353690" y="195932"/>
                  <a:pt x="361206" y="198016"/>
                  <a:pt x="368275" y="200918"/>
                </a:cubicBezTo>
                <a:lnTo>
                  <a:pt x="394320" y="183579"/>
                </a:lnTo>
                <a:cubicBezTo>
                  <a:pt x="402134" y="178371"/>
                  <a:pt x="412477" y="179412"/>
                  <a:pt x="419100" y="186035"/>
                </a:cubicBezTo>
                <a:lnTo>
                  <a:pt x="433388" y="200323"/>
                </a:lnTo>
                <a:cubicBezTo>
                  <a:pt x="440010" y="206946"/>
                  <a:pt x="441052" y="217363"/>
                  <a:pt x="435843" y="225103"/>
                </a:cubicBezTo>
                <a:lnTo>
                  <a:pt x="418505" y="251073"/>
                </a:lnTo>
                <a:cubicBezTo>
                  <a:pt x="419919" y="254571"/>
                  <a:pt x="421184" y="258217"/>
                  <a:pt x="422225" y="262012"/>
                </a:cubicBezTo>
                <a:cubicBezTo>
                  <a:pt x="423267" y="265807"/>
                  <a:pt x="423937" y="269528"/>
                  <a:pt x="424458" y="273323"/>
                </a:cubicBezTo>
                <a:lnTo>
                  <a:pt x="452512" y="287164"/>
                </a:lnTo>
                <a:cubicBezTo>
                  <a:pt x="460921" y="291331"/>
                  <a:pt x="465237" y="300856"/>
                  <a:pt x="462781" y="309860"/>
                </a:cubicBezTo>
                <a:lnTo>
                  <a:pt x="457572" y="329357"/>
                </a:lnTo>
                <a:cubicBezTo>
                  <a:pt x="455116" y="338361"/>
                  <a:pt x="446708" y="344463"/>
                  <a:pt x="437331" y="343867"/>
                </a:cubicBezTo>
                <a:lnTo>
                  <a:pt x="406078" y="341858"/>
                </a:lnTo>
                <a:cubicBezTo>
                  <a:pt x="401389" y="347886"/>
                  <a:pt x="395957" y="353467"/>
                  <a:pt x="389781" y="358229"/>
                </a:cubicBezTo>
                <a:lnTo>
                  <a:pt x="391790" y="389409"/>
                </a:lnTo>
                <a:cubicBezTo>
                  <a:pt x="392385" y="398785"/>
                  <a:pt x="386283" y="407268"/>
                  <a:pt x="377279" y="409649"/>
                </a:cubicBezTo>
                <a:lnTo>
                  <a:pt x="357783" y="414858"/>
                </a:lnTo>
                <a:cubicBezTo>
                  <a:pt x="348704" y="417314"/>
                  <a:pt x="339254" y="412998"/>
                  <a:pt x="335087" y="404589"/>
                </a:cubicBezTo>
                <a:lnTo>
                  <a:pt x="321246" y="376610"/>
                </a:lnTo>
                <a:cubicBezTo>
                  <a:pt x="313581" y="375568"/>
                  <a:pt x="306065" y="373484"/>
                  <a:pt x="298996" y="370582"/>
                </a:cubicBezTo>
                <a:lnTo>
                  <a:pt x="272951" y="387921"/>
                </a:lnTo>
                <a:cubicBezTo>
                  <a:pt x="265137" y="393129"/>
                  <a:pt x="254794" y="392088"/>
                  <a:pt x="248171" y="385465"/>
                </a:cubicBezTo>
                <a:lnTo>
                  <a:pt x="233883" y="371177"/>
                </a:lnTo>
                <a:cubicBezTo>
                  <a:pt x="227261" y="364554"/>
                  <a:pt x="226219" y="354211"/>
                  <a:pt x="231428" y="346397"/>
                </a:cubicBezTo>
                <a:lnTo>
                  <a:pt x="248766" y="320353"/>
                </a:lnTo>
                <a:cubicBezTo>
                  <a:pt x="247352" y="316855"/>
                  <a:pt x="246087" y="313209"/>
                  <a:pt x="245046" y="309414"/>
                </a:cubicBezTo>
                <a:cubicBezTo>
                  <a:pt x="244004" y="305619"/>
                  <a:pt x="243334" y="301823"/>
                  <a:pt x="242813" y="298103"/>
                </a:cubicBezTo>
                <a:lnTo>
                  <a:pt x="214759" y="284262"/>
                </a:lnTo>
                <a:cubicBezTo>
                  <a:pt x="206350" y="280095"/>
                  <a:pt x="202109" y="270570"/>
                  <a:pt x="204490" y="261565"/>
                </a:cubicBezTo>
                <a:lnTo>
                  <a:pt x="209699" y="242069"/>
                </a:lnTo>
                <a:cubicBezTo>
                  <a:pt x="212154" y="233065"/>
                  <a:pt x="220563" y="226963"/>
                  <a:pt x="229939" y="227558"/>
                </a:cubicBezTo>
                <a:lnTo>
                  <a:pt x="261119" y="229567"/>
                </a:lnTo>
                <a:cubicBezTo>
                  <a:pt x="265807" y="223540"/>
                  <a:pt x="271239" y="217959"/>
                  <a:pt x="277416" y="213196"/>
                </a:cubicBezTo>
                <a:lnTo>
                  <a:pt x="275406" y="182091"/>
                </a:lnTo>
                <a:cubicBezTo>
                  <a:pt x="274811" y="172715"/>
                  <a:pt x="280913" y="164232"/>
                  <a:pt x="289917" y="161851"/>
                </a:cubicBezTo>
                <a:lnTo>
                  <a:pt x="309414" y="156642"/>
                </a:lnTo>
                <a:close/>
                <a:moveTo>
                  <a:pt x="333673" y="253008"/>
                </a:moveTo>
                <a:cubicBezTo>
                  <a:pt x="315602" y="253028"/>
                  <a:pt x="300947" y="267716"/>
                  <a:pt x="300968" y="285787"/>
                </a:cubicBezTo>
                <a:cubicBezTo>
                  <a:pt x="300988" y="303858"/>
                  <a:pt x="315676" y="318513"/>
                  <a:pt x="333747" y="318492"/>
                </a:cubicBezTo>
                <a:cubicBezTo>
                  <a:pt x="351818" y="318472"/>
                  <a:pt x="366473" y="303784"/>
                  <a:pt x="366452" y="285713"/>
                </a:cubicBezTo>
                <a:cubicBezTo>
                  <a:pt x="366432" y="267642"/>
                  <a:pt x="351744" y="252987"/>
                  <a:pt x="333673" y="253008"/>
                </a:cubicBezTo>
                <a:close/>
                <a:moveTo>
                  <a:pt x="167357" y="-33858"/>
                </a:moveTo>
                <a:lnTo>
                  <a:pt x="186854" y="-28649"/>
                </a:lnTo>
                <a:cubicBezTo>
                  <a:pt x="195858" y="-26194"/>
                  <a:pt x="201960" y="-17711"/>
                  <a:pt x="201364" y="-8409"/>
                </a:cubicBezTo>
                <a:lnTo>
                  <a:pt x="199355" y="22696"/>
                </a:lnTo>
                <a:cubicBezTo>
                  <a:pt x="205532" y="27459"/>
                  <a:pt x="210964" y="32965"/>
                  <a:pt x="215652" y="39067"/>
                </a:cubicBezTo>
                <a:lnTo>
                  <a:pt x="246906" y="37058"/>
                </a:lnTo>
                <a:cubicBezTo>
                  <a:pt x="256208" y="36463"/>
                  <a:pt x="264691" y="42565"/>
                  <a:pt x="267146" y="51569"/>
                </a:cubicBezTo>
                <a:lnTo>
                  <a:pt x="272355" y="71065"/>
                </a:lnTo>
                <a:cubicBezTo>
                  <a:pt x="274737" y="80070"/>
                  <a:pt x="270495" y="89595"/>
                  <a:pt x="262086" y="93762"/>
                </a:cubicBezTo>
                <a:lnTo>
                  <a:pt x="234032" y="107603"/>
                </a:lnTo>
                <a:cubicBezTo>
                  <a:pt x="233511" y="111398"/>
                  <a:pt x="232767" y="115193"/>
                  <a:pt x="231800" y="118914"/>
                </a:cubicBezTo>
                <a:cubicBezTo>
                  <a:pt x="230832" y="122634"/>
                  <a:pt x="229493" y="126355"/>
                  <a:pt x="228079" y="129853"/>
                </a:cubicBezTo>
                <a:lnTo>
                  <a:pt x="245418" y="155897"/>
                </a:lnTo>
                <a:cubicBezTo>
                  <a:pt x="250627" y="163711"/>
                  <a:pt x="249585" y="174054"/>
                  <a:pt x="242962" y="180677"/>
                </a:cubicBezTo>
                <a:lnTo>
                  <a:pt x="228674" y="194965"/>
                </a:lnTo>
                <a:cubicBezTo>
                  <a:pt x="222052" y="201588"/>
                  <a:pt x="211708" y="202629"/>
                  <a:pt x="203895" y="197421"/>
                </a:cubicBezTo>
                <a:lnTo>
                  <a:pt x="177850" y="180082"/>
                </a:lnTo>
                <a:cubicBezTo>
                  <a:pt x="170780" y="182984"/>
                  <a:pt x="163264" y="185068"/>
                  <a:pt x="155600" y="186110"/>
                </a:cubicBezTo>
                <a:lnTo>
                  <a:pt x="141759" y="214089"/>
                </a:lnTo>
                <a:cubicBezTo>
                  <a:pt x="137592" y="222498"/>
                  <a:pt x="128067" y="226740"/>
                  <a:pt x="119063" y="224358"/>
                </a:cubicBezTo>
                <a:lnTo>
                  <a:pt x="99566" y="219149"/>
                </a:lnTo>
                <a:cubicBezTo>
                  <a:pt x="90488" y="216694"/>
                  <a:pt x="84460" y="208211"/>
                  <a:pt x="85055" y="198909"/>
                </a:cubicBezTo>
                <a:lnTo>
                  <a:pt x="87064" y="167729"/>
                </a:lnTo>
                <a:cubicBezTo>
                  <a:pt x="80888" y="162967"/>
                  <a:pt x="75456" y="157460"/>
                  <a:pt x="70768" y="151358"/>
                </a:cubicBezTo>
                <a:lnTo>
                  <a:pt x="39514" y="153367"/>
                </a:lnTo>
                <a:cubicBezTo>
                  <a:pt x="30212" y="153963"/>
                  <a:pt x="21729" y="147861"/>
                  <a:pt x="19273" y="138857"/>
                </a:cubicBezTo>
                <a:lnTo>
                  <a:pt x="14064" y="119360"/>
                </a:lnTo>
                <a:cubicBezTo>
                  <a:pt x="11683" y="110356"/>
                  <a:pt x="15925" y="100831"/>
                  <a:pt x="24333" y="96664"/>
                </a:cubicBezTo>
                <a:lnTo>
                  <a:pt x="52388" y="82823"/>
                </a:lnTo>
                <a:cubicBezTo>
                  <a:pt x="52908" y="79028"/>
                  <a:pt x="53653" y="75307"/>
                  <a:pt x="54620" y="71512"/>
                </a:cubicBezTo>
                <a:cubicBezTo>
                  <a:pt x="55662" y="67717"/>
                  <a:pt x="56852" y="64071"/>
                  <a:pt x="58341" y="60573"/>
                </a:cubicBezTo>
                <a:lnTo>
                  <a:pt x="41002" y="34603"/>
                </a:lnTo>
                <a:cubicBezTo>
                  <a:pt x="35793" y="26789"/>
                  <a:pt x="36835" y="16446"/>
                  <a:pt x="43458" y="9823"/>
                </a:cubicBezTo>
                <a:lnTo>
                  <a:pt x="57745" y="-4465"/>
                </a:lnTo>
                <a:cubicBezTo>
                  <a:pt x="64368" y="-11088"/>
                  <a:pt x="74712" y="-12129"/>
                  <a:pt x="82525" y="-6921"/>
                </a:cubicBezTo>
                <a:lnTo>
                  <a:pt x="108570" y="10418"/>
                </a:lnTo>
                <a:cubicBezTo>
                  <a:pt x="115639" y="7516"/>
                  <a:pt x="123155" y="5432"/>
                  <a:pt x="130820" y="4390"/>
                </a:cubicBezTo>
                <a:lnTo>
                  <a:pt x="144661" y="-23589"/>
                </a:lnTo>
                <a:cubicBezTo>
                  <a:pt x="148828" y="-31998"/>
                  <a:pt x="158279" y="-36240"/>
                  <a:pt x="167357" y="-33858"/>
                </a:cubicBezTo>
                <a:close/>
                <a:moveTo>
                  <a:pt x="143173" y="62508"/>
                </a:moveTo>
                <a:cubicBezTo>
                  <a:pt x="125102" y="62508"/>
                  <a:pt x="110430" y="77179"/>
                  <a:pt x="110430" y="95250"/>
                </a:cubicBezTo>
                <a:cubicBezTo>
                  <a:pt x="110430" y="113321"/>
                  <a:pt x="125102" y="127992"/>
                  <a:pt x="143173" y="127992"/>
                </a:cubicBezTo>
                <a:cubicBezTo>
                  <a:pt x="161244" y="127992"/>
                  <a:pt x="175915" y="113321"/>
                  <a:pt x="175915" y="95250"/>
                </a:cubicBezTo>
                <a:cubicBezTo>
                  <a:pt x="175915" y="77179"/>
                  <a:pt x="161244" y="62508"/>
                  <a:pt x="143173" y="62508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16" name="Text 13"/>
          <p:cNvSpPr/>
          <p:nvPr/>
        </p:nvSpPr>
        <p:spPr>
          <a:xfrm>
            <a:off x="6542584" y="6943725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Assurance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55284" y="7400925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development process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234017" y="6149975"/>
            <a:ext cx="3581400" cy="1765300"/>
          </a:xfrm>
          <a:custGeom>
            <a:avLst/>
            <a:gdLst/>
            <a:ahLst/>
            <a:cxnLst/>
            <a:rect l="l" t="t" r="r" b="b"/>
            <a:pathLst>
              <a:path w="3581400" h="1765300">
                <a:moveTo>
                  <a:pt x="203204" y="0"/>
                </a:moveTo>
                <a:lnTo>
                  <a:pt x="3378196" y="0"/>
                </a:lnTo>
                <a:cubicBezTo>
                  <a:pt x="3490423" y="0"/>
                  <a:pt x="3581400" y="90977"/>
                  <a:pt x="3581400" y="203204"/>
                </a:cubicBezTo>
                <a:lnTo>
                  <a:pt x="3581400" y="1562096"/>
                </a:lnTo>
                <a:cubicBezTo>
                  <a:pt x="3581400" y="1674323"/>
                  <a:pt x="3490423" y="1765300"/>
                  <a:pt x="3378196" y="1765300"/>
                </a:cubicBezTo>
                <a:lnTo>
                  <a:pt x="203204" y="1765300"/>
                </a:lnTo>
                <a:cubicBezTo>
                  <a:pt x="90977" y="1765300"/>
                  <a:pt x="0" y="1674323"/>
                  <a:pt x="0" y="1562096"/>
                </a:cubicBezTo>
                <a:lnTo>
                  <a:pt x="0" y="203204"/>
                </a:lnTo>
                <a:cubicBezTo>
                  <a:pt x="0" y="91053"/>
                  <a:pt x="91053" y="0"/>
                  <a:pt x="2032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835209" y="6410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4299E1"/>
          </a:solidFill>
          <a:ln/>
        </p:spPr>
      </p:sp>
      <p:sp>
        <p:nvSpPr>
          <p:cNvPr id="20" name="Text 17"/>
          <p:cNvSpPr/>
          <p:nvPr/>
        </p:nvSpPr>
        <p:spPr>
          <a:xfrm>
            <a:off x="10437217" y="6943725"/>
            <a:ext cx="317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User-Centric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449917" y="7400925"/>
            <a:ext cx="314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Meeting modern user demands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00452" y="8328025"/>
            <a:ext cx="585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06802" y="8785225"/>
            <a:ext cx="584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4299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Programming &amp; Mobile Programming • Task 1 • Group 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 Development Process</dc:title>
  <dc:subject>Mobile App Development Process</dc:subject>
  <dc:creator>Kimi</dc:creator>
  <cp:lastModifiedBy>Kimi</cp:lastModifiedBy>
  <cp:revision>1</cp:revision>
  <dcterms:created xsi:type="dcterms:W3CDTF">2026-04-06T21:08:55Z</dcterms:created>
  <dcterms:modified xsi:type="dcterms:W3CDTF">2026-04-06T21:08:55Z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{"Label":"Mobile App Development Process","ContentProducer":"001191110108MACG2KBH8F10000","ProduceID":"","ReservedCode1":"","ContentPropagator":"001191110108MACG2KBH8F20000","PropagateID":"","ReservedCode2":""}</vt:lpwstr>
  </property>
</Properties>
</file>