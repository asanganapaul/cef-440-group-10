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3474720" cy="685800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3200400"/>
            <a:ext cx="3474720" cy="7315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5029200" cy="411480"/>
          </a:xfrm>
          <a:prstGeom prst="rect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PROGRAMMING &amp; MOBILE PROGRAMMING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Modelling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Design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Crowdsensed Drive Test Mobile Application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Coverage Prediction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5486400" cy="4572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3891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 •  Group 10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778240" y="1371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961120" y="2011680"/>
            <a:ext cx="2926080" cy="530352"/>
          </a:xfrm>
          <a:prstGeom prst="rect">
            <a:avLst/>
          </a:prstGeom>
          <a:solidFill>
            <a:srgbClr val="1E2F52"/>
          </a:solidFill>
          <a:ln w="12700">
            <a:solidFill>
              <a:srgbClr val="3A6E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0" y="2011680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Diagram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2670048"/>
            <a:ext cx="2926080" cy="530352"/>
          </a:xfrm>
          <a:prstGeom prst="rect">
            <a:avLst/>
          </a:prstGeom>
          <a:solidFill>
            <a:srgbClr val="1E2F52"/>
          </a:solidFill>
          <a:ln w="12700">
            <a:solidFill>
              <a:srgbClr val="3A6E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0" y="2670048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61120" y="3328416"/>
            <a:ext cx="2926080" cy="530352"/>
          </a:xfrm>
          <a:prstGeom prst="rect">
            <a:avLst/>
          </a:prstGeom>
          <a:solidFill>
            <a:srgbClr val="1E2F52"/>
          </a:solidFill>
          <a:ln w="12700">
            <a:solidFill>
              <a:srgbClr val="3A6E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0" y="3328416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61120" y="3986784"/>
            <a:ext cx="2926080" cy="530352"/>
          </a:xfrm>
          <a:prstGeom prst="rect">
            <a:avLst/>
          </a:prstGeom>
          <a:solidFill>
            <a:srgbClr val="1E2F52"/>
          </a:solidFill>
          <a:ln w="12700">
            <a:solidFill>
              <a:srgbClr val="3A6E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0" y="3986784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61120" y="4645152"/>
            <a:ext cx="2926080" cy="530352"/>
          </a:xfrm>
          <a:prstGeom prst="rect">
            <a:avLst/>
          </a:prstGeom>
          <a:solidFill>
            <a:srgbClr val="1E2F52"/>
          </a:solidFill>
          <a:ln w="12700">
            <a:solidFill>
              <a:srgbClr val="3A6E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0" y="464515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61120" y="5303520"/>
            <a:ext cx="2926080" cy="530352"/>
          </a:xfrm>
          <a:prstGeom prst="rect">
            <a:avLst/>
          </a:prstGeom>
          <a:solidFill>
            <a:srgbClr val="1E2F52"/>
          </a:solidFill>
          <a:ln w="12700">
            <a:solidFill>
              <a:srgbClr val="3A6E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0" y="5303520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Diagram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1475720" y="6309360"/>
            <a:ext cx="411480" cy="4114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75720" y="6309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1430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Purpose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475720" y="6309360"/>
            <a:ext cx="411480" cy="4114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309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5486400" cy="5303520"/>
          </a:xfrm>
          <a:prstGeom prst="rect">
            <a:avLst/>
          </a:prstGeom>
          <a:solidFill>
            <a:srgbClr val="EBF3FB"/>
          </a:solidFill>
          <a:ln w="12700">
            <a:solidFill>
              <a:srgbClr val="C5D9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System Modelling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52120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clear blueprint before coding begins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the structure and behavior of the system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interactions between users and components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data movement within the application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software implementation and testing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design complexity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stakeholder communication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89320" y="128016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Overview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737360"/>
          <a:ext cx="5852160" cy="4754880"/>
        </p:xfrm>
        <a:graphic>
          <a:graphicData uri="http://schemas.openxmlformats.org/drawingml/2006/table">
            <a:tbl>
              <a:tblPr/>
              <a:tblGrid>
                <a:gridCol w="1828800"/>
                <a:gridCol w="40233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Diagram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interaction between external users and the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Flow Diagram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signal data moves through the application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 Diagram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Functions performed by users and administrators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 Diagram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of interactions between system components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Diagram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of classes, attributes, and relationships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Diagram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deployment of system components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1430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 —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475720" y="6309360"/>
            <a:ext cx="411480" cy="4114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309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Flow Diagram (DFD) explains how signal measurement data moves through the system — from collection to coverage prediction and report generation.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370332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5B9BD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74520"/>
            <a:ext cx="3703320" cy="685800"/>
          </a:xfrm>
          <a:prstGeom prst="rect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965960"/>
            <a:ext cx="457200" cy="4572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C5D9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24128" y="18745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Diagram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2651760"/>
            <a:ext cx="33375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the entire system as one process. Shows general interaction between the two external entities: Mobile User and Admin/Analyst.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97680" y="1874520"/>
            <a:ext cx="370332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5B9BD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1874520"/>
            <a:ext cx="3703320" cy="685800"/>
          </a:xfrm>
          <a:prstGeom prst="rect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1965960"/>
            <a:ext cx="457200" cy="4572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C5D9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56048" y="18745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Processes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480560" y="2651760"/>
            <a:ext cx="33375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the system into 5 major processes: Collect Data, Store Locally, Synchronize, Process &amp; Analyze, Generate Reports.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0" y="1874520"/>
            <a:ext cx="370332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5B9BD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0" y="1874520"/>
            <a:ext cx="3703320" cy="685800"/>
          </a:xfrm>
          <a:prstGeom prst="rect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66760" y="1965960"/>
            <a:ext cx="457200" cy="4572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C5D9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667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887968" y="18745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Collection Detail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412480" y="2651760"/>
            <a:ext cx="33375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Drills into 'Collect Signal Data': GPS retrieval, network scanning, signal measurement, metadata capture, validation, and local storage.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1475720" y="6309360"/>
            <a:ext cx="411480" cy="4114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75720" y="6309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1430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Diagram — Level 0 DFD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475720" y="6309360"/>
            <a:ext cx="411480" cy="4114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309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1680" y="1143000"/>
            <a:ext cx="7772400" cy="4800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608076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F4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application is represented as a single process interacting with Mobile User and Admin/Analyst.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1475720" y="6309360"/>
            <a:ext cx="411480" cy="4114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75720" y="6309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1430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Data Flow Diagram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475720" y="6309360"/>
            <a:ext cx="411480" cy="4114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309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97280"/>
            <a:ext cx="7955280" cy="5074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412480" y="1097280"/>
            <a:ext cx="356616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0" y="11887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Processes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503920" y="1737360"/>
            <a:ext cx="347472" cy="347472"/>
          </a:xfrm>
          <a:prstGeom prst="ellipse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0" y="17373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915400" y="16916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Signal Data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915400" y="19659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4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RSSI, RSRP, RSRQ, SINR, GPS, Cell ID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503920" y="2642616"/>
            <a:ext cx="347472" cy="347472"/>
          </a:xfrm>
          <a:prstGeom prst="ellipse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03920" y="26426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915400" y="2596896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Data Locally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915400" y="2871216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4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offline-first, prevents data loss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503920" y="3547872"/>
            <a:ext cx="347472" cy="347472"/>
          </a:xfrm>
          <a:prstGeom prst="ellipse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03920" y="35478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915400" y="350215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 with Server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915400" y="377647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4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validate, deduplicate records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03920" y="4453128"/>
            <a:ext cx="347472" cy="347472"/>
          </a:xfrm>
          <a:prstGeom prst="ellipse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03920" y="44531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915400" y="440740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&amp; Analyze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915400" y="46817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4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stats, coverage prediction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503920" y="5358384"/>
            <a:ext cx="347472" cy="347472"/>
          </a:xfrm>
          <a:prstGeom prst="ellipse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503920" y="53583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915400" y="5312664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915400" y="5586984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4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maps, charts, analytics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11475720" y="6309360"/>
            <a:ext cx="411480" cy="4114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475720" y="6309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1430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DFD — Signal Data Collection Detail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475720" y="6309360"/>
            <a:ext cx="411480" cy="4114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309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97280"/>
            <a:ext cx="8229600" cy="5029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686800" y="1097280"/>
            <a:ext cx="3337560" cy="5029200"/>
          </a:xfrm>
          <a:prstGeom prst="rect">
            <a:avLst/>
          </a:prstGeom>
          <a:solidFill>
            <a:srgbClr val="EBF3FB"/>
          </a:solidFill>
          <a:ln w="12700">
            <a:solidFill>
              <a:srgbClr val="C5D9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0" y="1188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Breakdown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778240" y="1664208"/>
            <a:ext cx="3108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05672" y="1691640"/>
            <a:ext cx="292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125712" y="1673352"/>
            <a:ext cx="2651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Current GPS Location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(Lat, Lng, Speed, Time)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778240" y="2368296"/>
            <a:ext cx="3108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05672" y="2395728"/>
            <a:ext cx="292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125712" y="2377440"/>
            <a:ext cx="2651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Available Networks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(2G/3G/4G/5G/Wi-Fi)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778240" y="3072384"/>
            <a:ext cx="3108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05672" y="3099816"/>
            <a:ext cx="292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125712" y="3081528"/>
            <a:ext cx="2651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Signal Parameters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(RSSI, RSRP, RSRQ, SINR)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778240" y="3776472"/>
            <a:ext cx="3108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805672" y="3803904"/>
            <a:ext cx="292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125712" y="3785616"/>
            <a:ext cx="2651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Additional Info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(Device type, OS, Timestamp)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778240" y="4480560"/>
            <a:ext cx="3108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05672" y="4507992"/>
            <a:ext cx="292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125712" y="4489704"/>
            <a:ext cx="2651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(Completeness, GPS validity, Duplicates)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778240" y="5184648"/>
            <a:ext cx="3108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805672" y="5212080"/>
            <a:ext cx="292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125712" y="5193792"/>
            <a:ext cx="2651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Local DB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11475720" y="6309360"/>
            <a:ext cx="411480" cy="4114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475720" y="6309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6EA8"/>
          </a:solidFill>
          <a:ln w="12700">
            <a:solidFill>
              <a:srgbClr val="3A6E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3A6EA8"/>
          </a:solidFill>
          <a:ln w="12700">
            <a:solidFill>
              <a:srgbClr val="3A6E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1430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475720" y="6309360"/>
            <a:ext cx="411480" cy="4114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309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097280"/>
            <a:ext cx="6858000" cy="5486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955280" y="1097280"/>
            <a:ext cx="406908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9244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Classes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092440" y="1664208"/>
            <a:ext cx="164592" cy="365760"/>
          </a:xfrm>
          <a:prstGeom prst="rect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0" y="1664208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321040" y="185623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F4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Registers, logs in, uploads measurements, views maps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092440" y="2139696"/>
            <a:ext cx="164592" cy="365760"/>
          </a:xfrm>
          <a:prstGeom prst="rect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0" y="213969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SignalMeasurement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21040" y="233172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F4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data: RSSI, RSRP, RSRQ, SINR, network type, timestamp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092440" y="2615184"/>
            <a:ext cx="164592" cy="365760"/>
          </a:xfrm>
          <a:prstGeom prst="rect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61518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GPSLocation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321040" y="280720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F4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Latitude, longitude, region per measurement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092440" y="3090672"/>
            <a:ext cx="164592" cy="365760"/>
          </a:xfrm>
          <a:prstGeom prst="rect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0" y="309067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321040" y="328269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F4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SQLite cache with sync status management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092440" y="3566160"/>
            <a:ext cx="164592" cy="365760"/>
          </a:xfrm>
          <a:prstGeom prst="rect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21040" y="356616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BackendServer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321040" y="375818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F4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Receives, validates, cleans, and processes data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092440" y="4041648"/>
            <a:ext cx="164592" cy="365760"/>
          </a:xfrm>
          <a:prstGeom prst="rect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321040" y="4041648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CoverageAnalysis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321040" y="423367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F4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signal quality, detects weak zones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092440" y="4517136"/>
            <a:ext cx="164592" cy="365760"/>
          </a:xfrm>
          <a:prstGeom prst="rect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21040" y="451713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CoveragePrediction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321040" y="470916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F4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coverage across geographic areas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8092440" y="4992624"/>
            <a:ext cx="164592" cy="365760"/>
          </a:xfrm>
          <a:prstGeom prst="rect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321040" y="499262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321040" y="518464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F4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summaries and exports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8092440" y="5468112"/>
            <a:ext cx="164592" cy="365760"/>
          </a:xfrm>
          <a:prstGeom prst="rect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21040" y="546811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CoverageMap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321040" y="566013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F4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heat maps and signal overlays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8092440" y="5943600"/>
            <a:ext cx="164592" cy="365760"/>
          </a:xfrm>
          <a:prstGeom prst="rect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321040" y="594360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321040" y="613562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F4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users, reports, backend operations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11475720" y="6309360"/>
            <a:ext cx="411480" cy="4114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1475720" y="6309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6EA8"/>
          </a:solidFill>
          <a:ln w="12700">
            <a:solidFill>
              <a:srgbClr val="3A6E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3A6EA8"/>
          </a:solidFill>
          <a:ln w="12700">
            <a:solidFill>
              <a:srgbClr val="3A6E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1430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—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475720" y="6309360"/>
            <a:ext cx="411480" cy="4114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309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Sequence Diagrams show the order of interactions between system components during key operations. Four diagrams cover the full application lifecycle.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5715000" cy="2240280"/>
          </a:xfrm>
          <a:prstGeom prst="rect">
            <a:avLst/>
          </a:prstGeom>
          <a:solidFill>
            <a:srgbClr val="EBF3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874520"/>
            <a:ext cx="914400" cy="22402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874520"/>
            <a:ext cx="9144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1965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Signal Data Collection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2404872"/>
            <a:ext cx="4617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Timer triggers Background Service every N seconds. Service calls Telephony API for RSSI/RSRP/RSRQ/SINR and Location API for GPS. Bundles measurement and saves to Local DB.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325880" y="386791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Slide 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3640" y="1874520"/>
            <a:ext cx="5715000" cy="2240280"/>
          </a:xfrm>
          <a:prstGeom prst="rect">
            <a:avLst/>
          </a:prstGeom>
          <a:solidFill>
            <a:srgbClr val="EBF3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874520"/>
            <a:ext cx="914400" cy="22402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874520"/>
            <a:ext cx="9144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269480" y="1965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Storage &amp; Synchronization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69480" y="2404872"/>
            <a:ext cx="4617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offline: measurements stored locally. When connectivity restored: batched HTTPS POST to Backend Server for validation and sync marking.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269480" y="386791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Slide 10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4251960"/>
            <a:ext cx="5715000" cy="2240280"/>
          </a:xfrm>
          <a:prstGeom prst="rect">
            <a:avLst/>
          </a:prstGeom>
          <a:solidFill>
            <a:srgbClr val="EBF3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4251960"/>
            <a:ext cx="914400" cy="22402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251960"/>
            <a:ext cx="9144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5880" y="4343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Analysis &amp; Map Visualization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4782312"/>
            <a:ext cx="4617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map view → Backend API queries DB → Analytics Engine interpolates and classifies → heatmap rendered on device.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325880" y="624535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Slide 11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63640" y="4251960"/>
            <a:ext cx="5715000" cy="2240280"/>
          </a:xfrm>
          <a:prstGeom prst="rect">
            <a:avLst/>
          </a:prstGeom>
          <a:solidFill>
            <a:srgbClr val="EBF3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4251960"/>
            <a:ext cx="914400" cy="22402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4251960"/>
            <a:ext cx="9144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269480" y="4343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Alerts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269480" y="4782312"/>
            <a:ext cx="4617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sync, Alert Engine checks RSSI thresholds. Creates zone alerts and sends push notifications. Sync failures trigger retry with exponential backoff.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269480" y="624535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Slide 12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1475720" y="6309360"/>
            <a:ext cx="411480" cy="4114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475720" y="6309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6EA8"/>
          </a:solidFill>
          <a:ln w="12700">
            <a:solidFill>
              <a:srgbClr val="3A6E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3A6EA8"/>
          </a:solidFill>
          <a:ln w="12700">
            <a:solidFill>
              <a:srgbClr val="3A6E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1430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SD1 — Background Signal Data Collection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475720" y="6309360"/>
            <a:ext cx="411480" cy="4114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309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97280"/>
            <a:ext cx="8046720" cy="5303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03920" y="1097280"/>
            <a:ext cx="352044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41080" y="11887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41080" y="1691640"/>
            <a:ext cx="329184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5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Timer fires every N seconds
</a:t>
            </a:r>
            <a:pPr indent="0" marL="0">
              <a:buNone/>
            </a:pPr>
            <a:r>
              <a:rPr lang="en-US" sz="1200" b="1" dirty="0">
                <a:solidFill>
                  <a:srgbClr val="215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Service calls Telephony API → gets RSSI, RSRP, RSRQ, SINR, network type
</a:t>
            </a:r>
            <a:pPr indent="0" marL="0">
              <a:buNone/>
            </a:pPr>
            <a:r>
              <a:rPr lang="en-US" sz="1200" b="1" dirty="0">
                <a:solidFill>
                  <a:srgbClr val="215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API called → returns lat, lng, accuracy, timestamp
</a:t>
            </a:r>
            <a:pPr indent="0" marL="0">
              <a:buNone/>
            </a:pPr>
            <a:r>
              <a:rPr lang="en-US" sz="1200" b="1" dirty="0">
                <a:solidFill>
                  <a:srgbClr val="215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bundled into a single object
</a:t>
            </a:r>
            <a:pPr indent="0" marL="0">
              <a:buNone/>
            </a:pPr>
            <a:r>
              <a:rPr lang="en-US" sz="1200" b="1" dirty="0">
                <a:solidFill>
                  <a:srgbClr val="215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Local DB silently (no user interaction needed)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1475720" y="6309360"/>
            <a:ext cx="411480" cy="4114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475720" y="6309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6EA8"/>
          </a:solidFill>
          <a:ln w="12700">
            <a:solidFill>
              <a:srgbClr val="3A6E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3A6EA8"/>
          </a:solidFill>
          <a:ln w="12700">
            <a:solidFill>
              <a:srgbClr val="3A6E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1430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SD2 — Offline Storage &amp; Synchronization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475720" y="6309360"/>
            <a:ext cx="411480" cy="4114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309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97280"/>
            <a:ext cx="6858000" cy="5303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0" y="1097280"/>
            <a:ext cx="4709160" cy="5303520"/>
          </a:xfrm>
          <a:prstGeom prst="rect">
            <a:avLst/>
          </a:prstGeom>
          <a:solidFill>
            <a:srgbClr val="EBF3FB"/>
          </a:solidFill>
          <a:ln w="12700">
            <a:solidFill>
              <a:srgbClr val="C5D9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52360" y="1188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Scenarios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52360" y="1664208"/>
            <a:ext cx="4434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52360" y="1664208"/>
            <a:ext cx="4434840" cy="365760"/>
          </a:xfrm>
          <a:prstGeom prst="rect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166420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Connectivity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498080" y="2103120"/>
            <a:ext cx="43434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insert(measurement) → Local DB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rowId returned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isNetworkAvailable() = false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sync skipped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52360" y="3913632"/>
            <a:ext cx="443484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52360" y="3913632"/>
            <a:ext cx="4434840" cy="3657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0" y="391363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Restored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498080" y="4343400"/>
            <a:ext cx="4343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queryUnsynced() → batch collected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/sync [measurements, HTTPS]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Server validates &amp; stores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200 OK {syncedCount} returned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markAsSynced(ids) → no re-upload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1475720" y="6309360"/>
            <a:ext cx="411480" cy="4114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475720" y="6309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6EA8"/>
          </a:solidFill>
          <a:ln w="12700">
            <a:solidFill>
              <a:srgbClr val="3A6E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3A6EA8"/>
          </a:solidFill>
          <a:ln w="12700">
            <a:solidFill>
              <a:srgbClr val="3A6E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1430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SD4 — Coverage Analysis &amp; Map Visualization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475720" y="6309360"/>
            <a:ext cx="411480" cy="4114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309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97280"/>
            <a:ext cx="8229600" cy="5303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686800" y="1097280"/>
            <a:ext cx="333756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23960" y="11887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Summary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823960" y="1664208"/>
            <a:ext cx="3063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67335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map view in app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823960" y="2331720"/>
            <a:ext cx="3063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87968" y="234086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/coverage?bbox=... sent to Backend API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823960" y="2999232"/>
            <a:ext cx="3063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87968" y="3008376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SELECTs measurements within bounding box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823960" y="3666744"/>
            <a:ext cx="3063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87968" y="367588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Engine interpolates &amp; classifies signal quality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823960" y="4334256"/>
            <a:ext cx="3063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87968" y="434340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grid {lat, lng, quality} returned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823960" y="5001768"/>
            <a:ext cx="3063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887968" y="501091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renders colored heatmap overlay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823960" y="5669280"/>
            <a:ext cx="3063240" cy="585216"/>
          </a:xfrm>
          <a:prstGeom prst="rect">
            <a:avLst/>
          </a:prstGeom>
          <a:solidFill>
            <a:srgbClr val="EBF3FB"/>
          </a:solidFill>
          <a:ln w="12700">
            <a:solidFill>
              <a:srgbClr val="C5D9F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87968" y="567842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5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(Red = poor, Green = good signal)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1475720" y="6309360"/>
            <a:ext cx="411480" cy="4114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475720" y="6309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6EA8"/>
          </a:solidFill>
          <a:ln w="12700">
            <a:solidFill>
              <a:srgbClr val="3A6E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3A6EA8"/>
          </a:solidFill>
          <a:ln w="12700">
            <a:solidFill>
              <a:srgbClr val="3A6E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1430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SD5 — Notifications &amp; Alerts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475720" y="6309360"/>
            <a:ext cx="411480" cy="4114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309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97280"/>
            <a:ext cx="8229600" cy="5303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686800" y="1097280"/>
            <a:ext cx="3337560" cy="5303520"/>
          </a:xfrm>
          <a:prstGeom prst="rect">
            <a:avLst/>
          </a:prstGeom>
          <a:solidFill>
            <a:srgbClr val="EBF3FB"/>
          </a:solidFill>
          <a:ln w="12700">
            <a:solidFill>
              <a:srgbClr val="C5D9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23960" y="11887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Logic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823960" y="1664208"/>
            <a:ext cx="306324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700784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Check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887968" y="195681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4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sync, Alert Engine checks RSSI against defined thresholds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823960" y="2441448"/>
            <a:ext cx="306324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87968" y="2478024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Creation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887968" y="273405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4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RSSI below threshold → creates alert {zone, severity, coords}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823960" y="3218688"/>
            <a:ext cx="306324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87968" y="3255264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887968" y="351129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4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Service (e.g., FCM) sends notification to user device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823960" y="3995928"/>
            <a:ext cx="306324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887968" y="4032504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Zone Flagging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887968" y="428853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4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flags geographic zone as poor coverage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823960" y="4773168"/>
            <a:ext cx="306324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87968" y="4809744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Failure Retry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887968" y="506577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4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failure: scheduleRetry(backoffMs) with exponential backoff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823960" y="5550408"/>
            <a:ext cx="306324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887968" y="5586984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Notification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887968" y="584301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4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notification informs user of sync failure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11475720" y="6309360"/>
            <a:ext cx="411480" cy="4114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475720" y="6309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B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1430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475720" y="6309360"/>
            <a:ext cx="411480" cy="4114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309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13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97280"/>
            <a:ext cx="7498080" cy="5303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955280" y="1097280"/>
            <a:ext cx="406908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92440" y="1188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092440" y="1627632"/>
            <a:ext cx="3749040" cy="566928"/>
          </a:xfrm>
          <a:prstGeom prst="rect">
            <a:avLst/>
          </a:prstGeom>
          <a:solidFill>
            <a:srgbClr val="EBF3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56448" y="1664208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User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156448" y="188366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signal data, views coverage maps, syncs data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092440" y="2267712"/>
            <a:ext cx="3749040" cy="566928"/>
          </a:xfrm>
          <a:prstGeom prst="rect">
            <a:avLst/>
          </a:prstGeom>
          <a:solidFill>
            <a:srgbClr val="EBF3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56448" y="2304288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Admin/Analyst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156448" y="252374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&amp; analyzes data, generates coverage reports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92440" y="2907792"/>
            <a:ext cx="3749040" cy="566928"/>
          </a:xfrm>
          <a:prstGeom prst="rect">
            <a:avLst/>
          </a:prstGeom>
          <a:solidFill>
            <a:srgbClr val="EBF3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56448" y="2944368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156448" y="316382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data locally, generates coverage map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092440" y="3547872"/>
            <a:ext cx="3749040" cy="566928"/>
          </a:xfrm>
          <a:prstGeom prst="rect">
            <a:avLst/>
          </a:prstGeom>
          <a:solidFill>
            <a:srgbClr val="EBF3FB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56448" y="3584448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Operators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156448" y="380390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use of system outcome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092440" y="42519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Use Cases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092440" y="4663440"/>
            <a:ext cx="37490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Signal Data (RSSI, RSRP, RSRQ, GPS)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Data Locally &lt;&lt;include&gt;&gt;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 Data with Server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Coverage Maps &amp; Reports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&amp; Analyze Data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1475720" y="6309360"/>
            <a:ext cx="411480" cy="4114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475720" y="6309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1430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Diagram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475720" y="6309360"/>
            <a:ext cx="411480" cy="4114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309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14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97280"/>
            <a:ext cx="6858000" cy="5303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0" y="1097280"/>
            <a:ext cx="4709160" cy="5303520"/>
          </a:xfrm>
          <a:prstGeom prst="rect">
            <a:avLst/>
          </a:prstGeom>
          <a:solidFill>
            <a:srgbClr val="EBF3FB"/>
          </a:solidFill>
          <a:ln w="12700">
            <a:solidFill>
              <a:srgbClr val="C5D9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52360" y="118872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Nodes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52360" y="1627632"/>
            <a:ext cx="44348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52360" y="1627632"/>
            <a:ext cx="4434840" cy="347472"/>
          </a:xfrm>
          <a:prstGeom prst="rect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16368" y="1627632"/>
            <a:ext cx="4306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Device Node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516368" y="2011680"/>
            <a:ext cx="43068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Crowdsensed Drive Test 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Collection, GPS Tracking, Local SQLite, Sync 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via Internet/Wi-Fi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452360" y="2871216"/>
            <a:ext cx="44348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52360" y="2871216"/>
            <a:ext cx="4434840" cy="347472"/>
          </a:xfrm>
          <a:prstGeom prst="rect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16368" y="2871216"/>
            <a:ext cx="4306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Server Node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516368" y="3255264"/>
            <a:ext cx="43068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Data Processing Module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Prediction Engine, Analytics Module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data, performs analysis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452360" y="4114800"/>
            <a:ext cx="44348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52360" y="4114800"/>
            <a:ext cx="4434840" cy="347472"/>
          </a:xfrm>
          <a:prstGeom prst="rect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16368" y="4114800"/>
            <a:ext cx="4306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Server Node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516368" y="4498848"/>
            <a:ext cx="43068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MySQL/PostgreSQL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Stores: Signal Measurements, GPS Data, User Info, Predictions, Reports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via TCP/IP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452360" y="5358384"/>
            <a:ext cx="44348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52360" y="5358384"/>
            <a:ext cx="4434840" cy="347472"/>
          </a:xfrm>
          <a:prstGeom prst="rect">
            <a:avLst/>
          </a:prstGeom>
          <a:solidFill>
            <a:srgbClr val="2152A3"/>
          </a:solidFill>
          <a:ln w="12700">
            <a:solidFill>
              <a:srgbClr val="2152A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16368" y="5358384"/>
            <a:ext cx="4306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Node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516368" y="5742432"/>
            <a:ext cx="43068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Dashboard, Coverage Map Viewer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Interface, Report Generation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via HTTPS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11475720" y="6309360"/>
            <a:ext cx="411480" cy="4114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475720" y="6309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&amp; 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5486400" cy="5257800"/>
          </a:xfrm>
          <a:prstGeom prst="rect">
            <a:avLst/>
          </a:prstGeom>
          <a:solidFill>
            <a:srgbClr val="1E2F52"/>
          </a:solidFill>
          <a:ln w="12700">
            <a:solidFill>
              <a:srgbClr val="3A6E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5212080" cy="4526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clear blueprint for implementation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understanding of the system architecture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communication between developers and stakeholders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maintenance and future upgrades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identify system requirements early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implementation errors and complexity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89320" y="1280160"/>
            <a:ext cx="6035040" cy="5257800"/>
          </a:xfrm>
          <a:prstGeom prst="rect">
            <a:avLst/>
          </a:prstGeom>
          <a:solidFill>
            <a:srgbClr val="1E2F52"/>
          </a:solidFill>
          <a:ln w="12700">
            <a:solidFill>
              <a:srgbClr val="3A6E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0" y="137160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26480" y="1874520"/>
            <a:ext cx="5760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modelling and design phase provided a complete representation of the Crowdsensed Drive Test Mobile Application for Coverage Prediction before implementation.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297180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 six diagrams created a strong foundation: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3429000"/>
            <a:ext cx="5760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Diagram — System boundaries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 — Data movement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 — User interactions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— Component interactions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— Object-oriented structure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Diagram — Physical architecture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1475720" y="6309360"/>
            <a:ext cx="411480" cy="4114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75720" y="6309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Modelling and Design</dc:title>
  <dc:subject>PptxGenJS Presentation</dc:subject>
  <dc:creator>PptxGenJS</dc:creator>
  <cp:lastModifiedBy>PptxGenJS</cp:lastModifiedBy>
  <cp:revision>1</cp:revision>
  <dcterms:created xsi:type="dcterms:W3CDTF">2026-05-25T20:56:27Z</dcterms:created>
  <dcterms:modified xsi:type="dcterms:W3CDTF">2026-05-25T20:56:27Z</dcterms:modified>
</cp:coreProperties>
</file>